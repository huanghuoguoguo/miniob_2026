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701" r:id="rId3"/>
    <p:sldId id="702" r:id="rId4"/>
    <p:sldId id="703" r:id="rId5"/>
    <p:sldId id="704" r:id="rId6"/>
    <p:sldId id="705" r:id="rId7"/>
    <p:sldId id="706" r:id="rId8"/>
    <p:sldId id="707" r:id="rId9"/>
    <p:sldId id="708" r:id="rId10"/>
    <p:sldId id="667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E4FD"/>
    <a:srgbClr val="FFFFFF"/>
    <a:srgbClr val="F9F7ED"/>
    <a:srgbClr val="D1E5CE"/>
    <a:srgbClr val="FFEEC6"/>
    <a:srgbClr val="F9D6BF"/>
    <a:srgbClr val="D9DFFC"/>
    <a:srgbClr val="F57F17"/>
    <a:srgbClr val="ECD1CE"/>
    <a:srgbClr val="FFF9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67" autoAdjust="0"/>
    <p:restoredTop sz="96349" autoAdjust="0"/>
  </p:normalViewPr>
  <p:slideViewPr>
    <p:cSldViewPr snapToGrid="0" showGuides="1">
      <p:cViewPr varScale="1">
        <p:scale>
          <a:sx n="114" d="100"/>
          <a:sy n="114" d="100"/>
        </p:scale>
        <p:origin x="378" y="10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32909-155D-409C-99DC-1551ACCB819A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2C5B5A-D8B2-47E6-9A00-A2DD26E9F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523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7626A8E1-E982-6115-38A0-509BC490E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75FEE608-E795-CE64-8168-7AFBA2E772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385F0EE9-4845-2970-E521-B2A2AC9EF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0953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542A6EBC-B81F-0D2C-2AF5-9A466FB70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86B3CD3C-0D95-ADE7-DA30-8A4FB313C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B4BF4DA2-C9AE-C305-AA1A-F5B472E1B9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3378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B18E614A-A77D-AC70-C332-73AC899CC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616254E2-3F38-8C1C-B933-D1AAF07D3D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F061228D-9E74-B210-98CB-27C06068B3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4607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18A7E028-AB62-C162-9618-D788372B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CDDE12A3-7314-CA0E-A51C-883B586E90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A845D4E2-7881-17D5-F5AB-B20F618FAC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3096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0ED38D6F-F081-91F3-B9F6-235DBE26F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5323D494-D10C-1190-BE86-D22549AD21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53D378EF-0603-B39E-FE12-9ED3FC61BC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2006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C3D10159-D75E-72CC-E851-DCC8467DF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88C2446F-2223-3567-DE1A-97056BE9FA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5ED76DE2-B0D2-27B6-5C1C-CC3739ED71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1764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3EC2063E-D81D-7900-636F-9C79324B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2413287A-240B-AEA0-8AB2-FACF1A48A6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A469C576-7C07-2E65-9DA0-8351099D8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7719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3B6B73FA-2EDA-35EE-2E99-DAA63FC91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CBBC604B-D051-CF56-58DA-D7ED8A9A59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B1A8DB6B-FD4F-9AE2-2171-B0E45E070A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67911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FC8AAC-8937-42B5-AC60-E6AFF71671E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71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B4B1853-2DFC-407A-A26C-9542570F5A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297" b="13823"/>
          <a:stretch/>
        </p:blipFill>
        <p:spPr>
          <a:xfrm rot="5400000">
            <a:off x="8518387" y="3184388"/>
            <a:ext cx="3719592" cy="362763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58D76DF-B844-4415-8EEC-BABBBD1872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297" b="13823"/>
          <a:stretch/>
        </p:blipFill>
        <p:spPr>
          <a:xfrm rot="5400000" flipV="1">
            <a:off x="-45978" y="3184388"/>
            <a:ext cx="3719592" cy="362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31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0E22A6B-3498-4711-AF75-B20AE05362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88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F4B6CDB1-47D7-433E-9508-7BAA76BC8C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297" b="13823"/>
          <a:stretch/>
        </p:blipFill>
        <p:spPr>
          <a:xfrm>
            <a:off x="8472407" y="1"/>
            <a:ext cx="3719592" cy="362763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1D44DF-A95C-41BC-B357-FBDEF445DF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297" b="13823"/>
          <a:stretch/>
        </p:blipFill>
        <p:spPr>
          <a:xfrm rot="10800000">
            <a:off x="0" y="3230367"/>
            <a:ext cx="3719592" cy="362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9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9D4F26B-82B2-422B-9CC3-D30E9A95EA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297" b="13823"/>
          <a:stretch/>
        </p:blipFill>
        <p:spPr>
          <a:xfrm rot="10800000" flipV="1">
            <a:off x="-1" y="1"/>
            <a:ext cx="1162373" cy="113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52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BF2A96-205E-43B1-807A-D2DB9A98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F93606-559E-4BF4-9166-39D41E823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4A117C-8E48-4461-A8BA-3E463153D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AEE5F6-97C6-4443-88E3-C4D06937C9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328E5FB-B9CE-44F7-BC8D-DCD2DA3D3A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D60DDC8-596E-4E94-AF24-894BA691A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8A61D64-6E49-4E46-A857-3AF42C2C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92E517-E258-4D3E-8B66-FDC558E48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72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9B41A-BF4C-48F9-96E5-8D34ED3E4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60FBD4A-AB94-4978-863C-81337C998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A21609-D9E8-468E-BDE1-7C4A10F47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D6CAEB-C053-4808-8B1A-FD56E67D1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2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AB50C6-FBDA-4105-A430-C82DF6E2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6CB3CB-A581-4A35-AE2C-853A437AE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84BA82-D3C5-46E6-A33B-EE438B9C0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510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681095-1FD5-4131-98D0-F119666C1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D06121-5AAC-4F27-8FAF-0F3C53040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D1C4E1-E7CB-4740-879E-1F60B99AF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3CC273-2272-4C21-A0D8-2DA487ABB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259F0D-9E50-48D2-AB80-E4BA0A5C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9EFC46-44EE-426C-B903-732763D9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757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71C647-3964-47FD-8DAD-BC082204D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FAFE2E-37FF-4E1E-B47E-E2889F4C4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3EF820-5FDC-4DF9-AD37-6CC7C84B8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64C052-F67D-4670-9A91-214FB020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DEBB69-BCB1-4768-B3CB-F17A9FC92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BFA05D-81B6-49C8-808B-9A13E7A1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485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D2DF8-8D47-496E-BBB8-636C78548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1066DB-E0B2-4010-94C4-54B883025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832A49-C44D-43F9-943B-298D2A96D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850F48-6A60-4E7E-A7CC-BE84EBD98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C3F748-0D79-4592-AE19-1C961AE0B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814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42E807-D90D-4326-9507-50B3C3A61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FD49E5-A448-4D06-9CEE-4D41ADAF5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131072-0D20-431F-B46D-0C5EF195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9ED7F3-D1CD-4A3A-ABC9-332F32E79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2F0A2A-F157-4791-8418-C57348C8D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854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846033" y="1715028"/>
            <a:ext cx="4617600" cy="29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845913" y="4501095"/>
            <a:ext cx="4617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67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299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31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B820E1-727C-4E31-BCBB-6BF5F4CC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BD9A0A-DE75-428A-962C-94B7F69B9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666BDD-F1DE-402A-90E4-FF0D42FBA0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9A481-BCBD-4853-BA1F-008DF7DFC958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73D720-A517-4377-A087-4BA360AAF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F126B6-EDC5-4933-9988-F1FF887F4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681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846033" y="1676928"/>
            <a:ext cx="4617600" cy="29260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altLang="zh-CN" sz="7200" b="1" dirty="0" err="1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MiniOB</a:t>
            </a:r>
            <a:r>
              <a:rPr lang="en-US" altLang="zh-CN" sz="72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 Drop</a:t>
            </a:r>
            <a:r>
              <a:rPr lang="zh-CN" altLang="en-US" sz="72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实现</a:t>
            </a:r>
          </a:p>
        </p:txBody>
      </p:sp>
      <p:grpSp>
        <p:nvGrpSpPr>
          <p:cNvPr id="48" name="Google Shape;48;p15"/>
          <p:cNvGrpSpPr/>
          <p:nvPr/>
        </p:nvGrpSpPr>
        <p:grpSpPr>
          <a:xfrm rot="823129">
            <a:off x="1086429" y="59046"/>
            <a:ext cx="5457294" cy="5613129"/>
            <a:chOff x="-1250633" y="-580867"/>
            <a:chExt cx="4901182" cy="5041138"/>
          </a:xfrm>
        </p:grpSpPr>
        <p:sp>
          <p:nvSpPr>
            <p:cNvPr id="90" name="Google Shape;90;p15"/>
            <p:cNvSpPr/>
            <p:nvPr/>
          </p:nvSpPr>
          <p:spPr>
            <a:xfrm rot="19956817">
              <a:off x="2164503" y="-580867"/>
              <a:ext cx="1166853" cy="901769"/>
            </a:xfrm>
            <a:custGeom>
              <a:avLst/>
              <a:gdLst/>
              <a:ahLst/>
              <a:cxnLst/>
              <a:rect l="l" t="t" r="r" b="b"/>
              <a:pathLst>
                <a:path w="6308" h="4875" extrusionOk="0">
                  <a:moveTo>
                    <a:pt x="3569" y="1"/>
                  </a:moveTo>
                  <a:cubicBezTo>
                    <a:pt x="3428" y="1"/>
                    <a:pt x="3284" y="13"/>
                    <a:pt x="3141" y="39"/>
                  </a:cubicBezTo>
                  <a:cubicBezTo>
                    <a:pt x="2001" y="252"/>
                    <a:pt x="1198" y="1217"/>
                    <a:pt x="1147" y="2312"/>
                  </a:cubicBezTo>
                  <a:cubicBezTo>
                    <a:pt x="1140" y="2396"/>
                    <a:pt x="1095" y="2467"/>
                    <a:pt x="1030" y="2512"/>
                  </a:cubicBezTo>
                  <a:lnTo>
                    <a:pt x="46" y="3147"/>
                  </a:lnTo>
                  <a:cubicBezTo>
                    <a:pt x="0" y="3179"/>
                    <a:pt x="13" y="3257"/>
                    <a:pt x="72" y="3264"/>
                  </a:cubicBezTo>
                  <a:lnTo>
                    <a:pt x="1231" y="3432"/>
                  </a:lnTo>
                  <a:cubicBezTo>
                    <a:pt x="1309" y="3445"/>
                    <a:pt x="1380" y="3490"/>
                    <a:pt x="1412" y="3562"/>
                  </a:cubicBezTo>
                  <a:cubicBezTo>
                    <a:pt x="1831" y="4362"/>
                    <a:pt x="2668" y="4874"/>
                    <a:pt x="3578" y="4874"/>
                  </a:cubicBezTo>
                  <a:cubicBezTo>
                    <a:pt x="3750" y="4874"/>
                    <a:pt x="3925" y="4856"/>
                    <a:pt x="4100" y="4818"/>
                  </a:cubicBezTo>
                  <a:cubicBezTo>
                    <a:pt x="5466" y="4520"/>
                    <a:pt x="6308" y="3134"/>
                    <a:pt x="5919" y="1768"/>
                  </a:cubicBezTo>
                  <a:cubicBezTo>
                    <a:pt x="5622" y="710"/>
                    <a:pt x="4638" y="1"/>
                    <a:pt x="3569" y="1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" name="Google Shape;91;p15">
              <a:extLst>
                <a:ext uri="{FF2B5EF4-FFF2-40B4-BE49-F238E27FC236}">
                  <a16:creationId xmlns:a16="http://schemas.microsoft.com/office/drawing/2014/main" id="{332BA1BE-9472-5E6A-66BD-AB1EBF176728}"/>
                </a:ext>
              </a:extLst>
            </p:cNvPr>
            <p:cNvSpPr/>
            <p:nvPr/>
          </p:nvSpPr>
          <p:spPr>
            <a:xfrm rot="19956817">
              <a:off x="2520551" y="-152761"/>
              <a:ext cx="83110" cy="82907"/>
            </a:xfrm>
            <a:custGeom>
              <a:avLst/>
              <a:gdLst/>
              <a:ahLst/>
              <a:cxnLst/>
              <a:rect l="l" t="t" r="r" b="b"/>
              <a:pathLst>
                <a:path w="409" h="408" extrusionOk="0">
                  <a:moveTo>
                    <a:pt x="202" y="0"/>
                  </a:moveTo>
                  <a:cubicBezTo>
                    <a:pt x="92" y="0"/>
                    <a:pt x="1" y="91"/>
                    <a:pt x="1" y="207"/>
                  </a:cubicBezTo>
                  <a:cubicBezTo>
                    <a:pt x="1" y="317"/>
                    <a:pt x="92" y="408"/>
                    <a:pt x="202" y="408"/>
                  </a:cubicBezTo>
                  <a:cubicBezTo>
                    <a:pt x="318" y="408"/>
                    <a:pt x="409" y="317"/>
                    <a:pt x="409" y="207"/>
                  </a:cubicBezTo>
                  <a:cubicBezTo>
                    <a:pt x="409" y="91"/>
                    <a:pt x="318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92;p15">
              <a:extLst>
                <a:ext uri="{FF2B5EF4-FFF2-40B4-BE49-F238E27FC236}">
                  <a16:creationId xmlns:a16="http://schemas.microsoft.com/office/drawing/2014/main" id="{A3CDF05D-A638-EADD-C18D-2C60C15C6DF4}"/>
                </a:ext>
              </a:extLst>
            </p:cNvPr>
            <p:cNvSpPr/>
            <p:nvPr/>
          </p:nvSpPr>
          <p:spPr>
            <a:xfrm rot="19956817">
              <a:off x="2694453" y="-195263"/>
              <a:ext cx="83110" cy="82907"/>
            </a:xfrm>
            <a:custGeom>
              <a:avLst/>
              <a:gdLst/>
              <a:ahLst/>
              <a:cxnLst/>
              <a:rect l="l" t="t" r="r" b="b"/>
              <a:pathLst>
                <a:path w="409" h="408" extrusionOk="0">
                  <a:moveTo>
                    <a:pt x="201" y="0"/>
                  </a:moveTo>
                  <a:cubicBezTo>
                    <a:pt x="91" y="0"/>
                    <a:pt x="1" y="91"/>
                    <a:pt x="1" y="207"/>
                  </a:cubicBezTo>
                  <a:cubicBezTo>
                    <a:pt x="1" y="317"/>
                    <a:pt x="91" y="408"/>
                    <a:pt x="201" y="408"/>
                  </a:cubicBezTo>
                  <a:cubicBezTo>
                    <a:pt x="318" y="408"/>
                    <a:pt x="409" y="317"/>
                    <a:pt x="409" y="207"/>
                  </a:cubicBezTo>
                  <a:cubicBezTo>
                    <a:pt x="409" y="91"/>
                    <a:pt x="318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" name="Google Shape;93;p15">
              <a:extLst>
                <a:ext uri="{FF2B5EF4-FFF2-40B4-BE49-F238E27FC236}">
                  <a16:creationId xmlns:a16="http://schemas.microsoft.com/office/drawing/2014/main" id="{EE43914E-D6D4-93C2-1AD5-CA13E2133DC6}"/>
                </a:ext>
              </a:extLst>
            </p:cNvPr>
            <p:cNvSpPr/>
            <p:nvPr/>
          </p:nvSpPr>
          <p:spPr>
            <a:xfrm rot="19956817">
              <a:off x="2868357" y="-237763"/>
              <a:ext cx="83110" cy="82907"/>
            </a:xfrm>
            <a:custGeom>
              <a:avLst/>
              <a:gdLst/>
              <a:ahLst/>
              <a:cxnLst/>
              <a:rect l="l" t="t" r="r" b="b"/>
              <a:pathLst>
                <a:path w="409" h="408" extrusionOk="0">
                  <a:moveTo>
                    <a:pt x="201" y="0"/>
                  </a:moveTo>
                  <a:cubicBezTo>
                    <a:pt x="91" y="0"/>
                    <a:pt x="0" y="91"/>
                    <a:pt x="0" y="207"/>
                  </a:cubicBezTo>
                  <a:cubicBezTo>
                    <a:pt x="0" y="317"/>
                    <a:pt x="91" y="408"/>
                    <a:pt x="201" y="408"/>
                  </a:cubicBezTo>
                  <a:cubicBezTo>
                    <a:pt x="318" y="408"/>
                    <a:pt x="408" y="317"/>
                    <a:pt x="408" y="207"/>
                  </a:cubicBezTo>
                  <a:cubicBezTo>
                    <a:pt x="408" y="91"/>
                    <a:pt x="318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" name="Google Shape;94;p15">
              <a:extLst>
                <a:ext uri="{FF2B5EF4-FFF2-40B4-BE49-F238E27FC236}">
                  <a16:creationId xmlns:a16="http://schemas.microsoft.com/office/drawing/2014/main" id="{9BACAD5B-3AAA-703A-5335-362A9BB8E934}"/>
                </a:ext>
              </a:extLst>
            </p:cNvPr>
            <p:cNvSpPr/>
            <p:nvPr/>
          </p:nvSpPr>
          <p:spPr>
            <a:xfrm rot="19956817">
              <a:off x="3042277" y="-280095"/>
              <a:ext cx="81688" cy="82907"/>
            </a:xfrm>
            <a:custGeom>
              <a:avLst/>
              <a:gdLst/>
              <a:ahLst/>
              <a:cxnLst/>
              <a:rect l="l" t="t" r="r" b="b"/>
              <a:pathLst>
                <a:path w="402" h="408" extrusionOk="0">
                  <a:moveTo>
                    <a:pt x="201" y="0"/>
                  </a:moveTo>
                  <a:cubicBezTo>
                    <a:pt x="91" y="0"/>
                    <a:pt x="0" y="91"/>
                    <a:pt x="0" y="207"/>
                  </a:cubicBezTo>
                  <a:cubicBezTo>
                    <a:pt x="0" y="317"/>
                    <a:pt x="91" y="408"/>
                    <a:pt x="201" y="408"/>
                  </a:cubicBezTo>
                  <a:cubicBezTo>
                    <a:pt x="311" y="408"/>
                    <a:pt x="402" y="317"/>
                    <a:pt x="402" y="207"/>
                  </a:cubicBezTo>
                  <a:cubicBezTo>
                    <a:pt x="402" y="91"/>
                    <a:pt x="311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" name="Google Shape;50;p15"/>
            <p:cNvSpPr/>
            <p:nvPr/>
          </p:nvSpPr>
          <p:spPr>
            <a:xfrm rot="20776023">
              <a:off x="-1192212" y="3315226"/>
              <a:ext cx="4842761" cy="1145045"/>
            </a:xfrm>
            <a:custGeom>
              <a:avLst/>
              <a:gdLst/>
              <a:ahLst/>
              <a:cxnLst/>
              <a:rect l="l" t="t" r="r" b="b"/>
              <a:pathLst>
                <a:path w="23832" h="5635" extrusionOk="0">
                  <a:moveTo>
                    <a:pt x="3990" y="0"/>
                  </a:moveTo>
                  <a:cubicBezTo>
                    <a:pt x="3291" y="0"/>
                    <a:pt x="2617" y="208"/>
                    <a:pt x="2488" y="467"/>
                  </a:cubicBezTo>
                  <a:lnTo>
                    <a:pt x="215" y="4877"/>
                  </a:lnTo>
                  <a:cubicBezTo>
                    <a:pt x="1" y="5285"/>
                    <a:pt x="571" y="5634"/>
                    <a:pt x="1484" y="5634"/>
                  </a:cubicBezTo>
                  <a:lnTo>
                    <a:pt x="22342" y="5628"/>
                  </a:lnTo>
                  <a:cubicBezTo>
                    <a:pt x="23262" y="5621"/>
                    <a:pt x="23832" y="5278"/>
                    <a:pt x="23618" y="4870"/>
                  </a:cubicBezTo>
                  <a:lnTo>
                    <a:pt x="21345" y="460"/>
                  </a:lnTo>
                  <a:cubicBezTo>
                    <a:pt x="21209" y="201"/>
                    <a:pt x="20536" y="0"/>
                    <a:pt x="198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" name="Google Shape;51;p15"/>
            <p:cNvSpPr/>
            <p:nvPr/>
          </p:nvSpPr>
          <p:spPr>
            <a:xfrm rot="20776023">
              <a:off x="-1170996" y="3261511"/>
              <a:ext cx="4774280" cy="1145045"/>
            </a:xfrm>
            <a:custGeom>
              <a:avLst/>
              <a:gdLst/>
              <a:ahLst/>
              <a:cxnLst/>
              <a:rect l="l" t="t" r="r" b="b"/>
              <a:pathLst>
                <a:path w="23495" h="5635" extrusionOk="0">
                  <a:moveTo>
                    <a:pt x="3821" y="0"/>
                  </a:moveTo>
                  <a:cubicBezTo>
                    <a:pt x="3122" y="0"/>
                    <a:pt x="2448" y="208"/>
                    <a:pt x="2319" y="467"/>
                  </a:cubicBezTo>
                  <a:lnTo>
                    <a:pt x="266" y="4132"/>
                  </a:lnTo>
                  <a:lnTo>
                    <a:pt x="0" y="4132"/>
                  </a:lnTo>
                  <a:lnTo>
                    <a:pt x="0" y="5084"/>
                  </a:lnTo>
                  <a:cubicBezTo>
                    <a:pt x="39" y="5395"/>
                    <a:pt x="557" y="5634"/>
                    <a:pt x="1315" y="5634"/>
                  </a:cubicBezTo>
                  <a:lnTo>
                    <a:pt x="22173" y="5628"/>
                  </a:lnTo>
                  <a:cubicBezTo>
                    <a:pt x="22931" y="5628"/>
                    <a:pt x="23449" y="5395"/>
                    <a:pt x="23488" y="5077"/>
                  </a:cubicBezTo>
                  <a:lnTo>
                    <a:pt x="23494" y="5077"/>
                  </a:lnTo>
                  <a:lnTo>
                    <a:pt x="23494" y="4100"/>
                  </a:lnTo>
                  <a:lnTo>
                    <a:pt x="23229" y="4100"/>
                  </a:lnTo>
                  <a:lnTo>
                    <a:pt x="21176" y="460"/>
                  </a:lnTo>
                  <a:cubicBezTo>
                    <a:pt x="21040" y="201"/>
                    <a:pt x="20367" y="0"/>
                    <a:pt x="196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2" name="Google Shape;52;p15"/>
            <p:cNvSpPr/>
            <p:nvPr/>
          </p:nvSpPr>
          <p:spPr>
            <a:xfrm rot="20776023">
              <a:off x="-1121231" y="692940"/>
              <a:ext cx="3734689" cy="2435786"/>
            </a:xfrm>
            <a:custGeom>
              <a:avLst/>
              <a:gdLst/>
              <a:ahLst/>
              <a:cxnLst/>
              <a:rect l="l" t="t" r="r" b="b"/>
              <a:pathLst>
                <a:path w="18379" h="11987" extrusionOk="0">
                  <a:moveTo>
                    <a:pt x="1211" y="0"/>
                  </a:moveTo>
                  <a:cubicBezTo>
                    <a:pt x="544" y="0"/>
                    <a:pt x="0" y="544"/>
                    <a:pt x="0" y="1218"/>
                  </a:cubicBezTo>
                  <a:lnTo>
                    <a:pt x="0" y="10770"/>
                  </a:lnTo>
                  <a:cubicBezTo>
                    <a:pt x="0" y="11443"/>
                    <a:pt x="544" y="11987"/>
                    <a:pt x="1211" y="11987"/>
                  </a:cubicBezTo>
                  <a:lnTo>
                    <a:pt x="17161" y="11987"/>
                  </a:lnTo>
                  <a:cubicBezTo>
                    <a:pt x="17835" y="11987"/>
                    <a:pt x="18379" y="11443"/>
                    <a:pt x="18379" y="10770"/>
                  </a:cubicBezTo>
                  <a:lnTo>
                    <a:pt x="18379" y="1218"/>
                  </a:lnTo>
                  <a:cubicBezTo>
                    <a:pt x="18379" y="544"/>
                    <a:pt x="17835" y="0"/>
                    <a:pt x="171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" name="Google Shape;53;p15"/>
            <p:cNvSpPr/>
            <p:nvPr/>
          </p:nvSpPr>
          <p:spPr>
            <a:xfrm rot="20776023">
              <a:off x="-1250633" y="3076184"/>
              <a:ext cx="4842761" cy="1145045"/>
            </a:xfrm>
            <a:custGeom>
              <a:avLst/>
              <a:gdLst/>
              <a:ahLst/>
              <a:cxnLst/>
              <a:rect l="l" t="t" r="r" b="b"/>
              <a:pathLst>
                <a:path w="23832" h="5635" extrusionOk="0">
                  <a:moveTo>
                    <a:pt x="19843" y="0"/>
                  </a:moveTo>
                  <a:lnTo>
                    <a:pt x="3990" y="7"/>
                  </a:lnTo>
                  <a:cubicBezTo>
                    <a:pt x="3291" y="7"/>
                    <a:pt x="2617" y="214"/>
                    <a:pt x="2488" y="473"/>
                  </a:cubicBezTo>
                  <a:lnTo>
                    <a:pt x="215" y="4883"/>
                  </a:lnTo>
                  <a:cubicBezTo>
                    <a:pt x="1" y="5291"/>
                    <a:pt x="571" y="5634"/>
                    <a:pt x="1484" y="5634"/>
                  </a:cubicBezTo>
                  <a:lnTo>
                    <a:pt x="22342" y="5628"/>
                  </a:lnTo>
                  <a:cubicBezTo>
                    <a:pt x="23262" y="5628"/>
                    <a:pt x="23832" y="5285"/>
                    <a:pt x="23618" y="4877"/>
                  </a:cubicBezTo>
                  <a:lnTo>
                    <a:pt x="21345" y="467"/>
                  </a:lnTo>
                  <a:cubicBezTo>
                    <a:pt x="21209" y="208"/>
                    <a:pt x="20536" y="0"/>
                    <a:pt x="198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" name="Google Shape;55;p15"/>
            <p:cNvSpPr/>
            <p:nvPr/>
          </p:nvSpPr>
          <p:spPr>
            <a:xfrm rot="20776023">
              <a:off x="436435" y="824594"/>
              <a:ext cx="114607" cy="113387"/>
            </a:xfrm>
            <a:custGeom>
              <a:avLst/>
              <a:gdLst/>
              <a:ahLst/>
              <a:cxnLst/>
              <a:rect l="l" t="t" r="r" b="b"/>
              <a:pathLst>
                <a:path w="564" h="558" extrusionOk="0">
                  <a:moveTo>
                    <a:pt x="285" y="1"/>
                  </a:moveTo>
                  <a:cubicBezTo>
                    <a:pt x="130" y="1"/>
                    <a:pt x="0" y="124"/>
                    <a:pt x="0" y="279"/>
                  </a:cubicBezTo>
                  <a:cubicBezTo>
                    <a:pt x="0" y="435"/>
                    <a:pt x="130" y="558"/>
                    <a:pt x="285" y="558"/>
                  </a:cubicBezTo>
                  <a:cubicBezTo>
                    <a:pt x="441" y="558"/>
                    <a:pt x="564" y="435"/>
                    <a:pt x="564" y="279"/>
                  </a:cubicBezTo>
                  <a:cubicBezTo>
                    <a:pt x="564" y="124"/>
                    <a:pt x="441" y="1"/>
                    <a:pt x="2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" name="Google Shape;56;p15"/>
            <p:cNvSpPr/>
            <p:nvPr/>
          </p:nvSpPr>
          <p:spPr>
            <a:xfrm rot="20776023">
              <a:off x="-710711" y="3196700"/>
              <a:ext cx="3684700" cy="583190"/>
            </a:xfrm>
            <a:custGeom>
              <a:avLst/>
              <a:gdLst/>
              <a:ahLst/>
              <a:cxnLst/>
              <a:rect l="l" t="t" r="r" b="b"/>
              <a:pathLst>
                <a:path w="18133" h="2870" extrusionOk="0">
                  <a:moveTo>
                    <a:pt x="1794" y="0"/>
                  </a:moveTo>
                  <a:cubicBezTo>
                    <a:pt x="1457" y="0"/>
                    <a:pt x="1140" y="97"/>
                    <a:pt x="1088" y="227"/>
                  </a:cubicBezTo>
                  <a:lnTo>
                    <a:pt x="72" y="2578"/>
                  </a:lnTo>
                  <a:cubicBezTo>
                    <a:pt x="0" y="2740"/>
                    <a:pt x="253" y="2869"/>
                    <a:pt x="641" y="2869"/>
                  </a:cubicBezTo>
                  <a:lnTo>
                    <a:pt x="17485" y="2869"/>
                  </a:lnTo>
                  <a:cubicBezTo>
                    <a:pt x="17873" y="2869"/>
                    <a:pt x="18132" y="2740"/>
                    <a:pt x="18061" y="2578"/>
                  </a:cubicBezTo>
                  <a:lnTo>
                    <a:pt x="17045" y="227"/>
                  </a:lnTo>
                  <a:cubicBezTo>
                    <a:pt x="16993" y="97"/>
                    <a:pt x="16675" y="0"/>
                    <a:pt x="163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" name="Google Shape;57;p15"/>
            <p:cNvSpPr/>
            <p:nvPr/>
          </p:nvSpPr>
          <p:spPr>
            <a:xfrm rot="20776023">
              <a:off x="-359423" y="3532845"/>
              <a:ext cx="209503" cy="588474"/>
            </a:xfrm>
            <a:custGeom>
              <a:avLst/>
              <a:gdLst/>
              <a:ahLst/>
              <a:cxnLst/>
              <a:rect l="l" t="t" r="r" b="b"/>
              <a:pathLst>
                <a:path w="1031" h="2896" fill="none" extrusionOk="0">
                  <a:moveTo>
                    <a:pt x="1030" y="0"/>
                  </a:moveTo>
                  <a:lnTo>
                    <a:pt x="1" y="2895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" name="Google Shape;58;p15"/>
            <p:cNvSpPr/>
            <p:nvPr/>
          </p:nvSpPr>
          <p:spPr>
            <a:xfrm rot="20776023">
              <a:off x="13417" y="3448181"/>
              <a:ext cx="156670" cy="588474"/>
            </a:xfrm>
            <a:custGeom>
              <a:avLst/>
              <a:gdLst/>
              <a:ahLst/>
              <a:cxnLst/>
              <a:rect l="l" t="t" r="r" b="b"/>
              <a:pathLst>
                <a:path w="771" h="2896" fill="none" extrusionOk="0">
                  <a:moveTo>
                    <a:pt x="771" y="0"/>
                  </a:moveTo>
                  <a:lnTo>
                    <a:pt x="0" y="2895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" name="Google Shape;59;p15"/>
            <p:cNvSpPr/>
            <p:nvPr/>
          </p:nvSpPr>
          <p:spPr>
            <a:xfrm rot="20776023">
              <a:off x="392194" y="3362775"/>
              <a:ext cx="83110" cy="464723"/>
            </a:xfrm>
            <a:custGeom>
              <a:avLst/>
              <a:gdLst/>
              <a:ahLst/>
              <a:cxnLst/>
              <a:rect l="l" t="t" r="r" b="b"/>
              <a:pathLst>
                <a:path w="409" h="2287" fill="none" extrusionOk="0">
                  <a:moveTo>
                    <a:pt x="408" y="0"/>
                  </a:moveTo>
                  <a:lnTo>
                    <a:pt x="0" y="2286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0" name="Google Shape;60;p15"/>
            <p:cNvSpPr/>
            <p:nvPr/>
          </p:nvSpPr>
          <p:spPr>
            <a:xfrm rot="20776023">
              <a:off x="754417" y="3279390"/>
              <a:ext cx="41047" cy="464723"/>
            </a:xfrm>
            <a:custGeom>
              <a:avLst/>
              <a:gdLst/>
              <a:ahLst/>
              <a:cxnLst/>
              <a:rect l="l" t="t" r="r" b="b"/>
              <a:pathLst>
                <a:path w="202" h="2287" fill="none" extrusionOk="0">
                  <a:moveTo>
                    <a:pt x="202" y="0"/>
                  </a:moveTo>
                  <a:lnTo>
                    <a:pt x="1" y="2286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1" name="Google Shape;61;p15"/>
            <p:cNvSpPr/>
            <p:nvPr/>
          </p:nvSpPr>
          <p:spPr>
            <a:xfrm rot="20776023">
              <a:off x="1116820" y="3195810"/>
              <a:ext cx="203" cy="464723"/>
            </a:xfrm>
            <a:custGeom>
              <a:avLst/>
              <a:gdLst/>
              <a:ahLst/>
              <a:cxnLst/>
              <a:rect l="l" t="t" r="r" b="b"/>
              <a:pathLst>
                <a:path w="1" h="2287" fill="none" extrusionOk="0">
                  <a:moveTo>
                    <a:pt x="0" y="0"/>
                  </a:moveTo>
                  <a:lnTo>
                    <a:pt x="0" y="2286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2" name="Google Shape;62;p15"/>
            <p:cNvSpPr/>
            <p:nvPr/>
          </p:nvSpPr>
          <p:spPr>
            <a:xfrm rot="20776023">
              <a:off x="1451520" y="3109401"/>
              <a:ext cx="52833" cy="588474"/>
            </a:xfrm>
            <a:custGeom>
              <a:avLst/>
              <a:gdLst/>
              <a:ahLst/>
              <a:cxnLst/>
              <a:rect l="l" t="t" r="r" b="b"/>
              <a:pathLst>
                <a:path w="260" h="2896" fill="none" extrusionOk="0">
                  <a:moveTo>
                    <a:pt x="1" y="0"/>
                  </a:moveTo>
                  <a:lnTo>
                    <a:pt x="260" y="2895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3" name="Google Shape;63;p15"/>
            <p:cNvSpPr/>
            <p:nvPr/>
          </p:nvSpPr>
          <p:spPr>
            <a:xfrm rot="20776023">
              <a:off x="1771727" y="3024714"/>
              <a:ext cx="105463" cy="588474"/>
            </a:xfrm>
            <a:custGeom>
              <a:avLst/>
              <a:gdLst/>
              <a:ahLst/>
              <a:cxnLst/>
              <a:rect l="l" t="t" r="r" b="b"/>
              <a:pathLst>
                <a:path w="519" h="2896" fill="none" extrusionOk="0">
                  <a:moveTo>
                    <a:pt x="0" y="0"/>
                  </a:moveTo>
                  <a:lnTo>
                    <a:pt x="518" y="2895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4" name="Google Shape;64;p15"/>
            <p:cNvSpPr/>
            <p:nvPr/>
          </p:nvSpPr>
          <p:spPr>
            <a:xfrm rot="20776023">
              <a:off x="2093156" y="2940050"/>
              <a:ext cx="155451" cy="588474"/>
            </a:xfrm>
            <a:custGeom>
              <a:avLst/>
              <a:gdLst/>
              <a:ahLst/>
              <a:cxnLst/>
              <a:rect l="l" t="t" r="r" b="b"/>
              <a:pathLst>
                <a:path w="765" h="2896" fill="none" extrusionOk="0">
                  <a:moveTo>
                    <a:pt x="0" y="0"/>
                  </a:moveTo>
                  <a:lnTo>
                    <a:pt x="764" y="2895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 rot="20776023">
              <a:off x="2413166" y="2855409"/>
              <a:ext cx="208081" cy="588474"/>
            </a:xfrm>
            <a:custGeom>
              <a:avLst/>
              <a:gdLst/>
              <a:ahLst/>
              <a:cxnLst/>
              <a:rect l="l" t="t" r="r" b="b"/>
              <a:pathLst>
                <a:path w="1024" h="2896" fill="none" extrusionOk="0">
                  <a:moveTo>
                    <a:pt x="1" y="0"/>
                  </a:moveTo>
                  <a:lnTo>
                    <a:pt x="1024" y="2895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 rot="20776023">
              <a:off x="-573313" y="3297186"/>
              <a:ext cx="3315072" cy="203"/>
            </a:xfrm>
            <a:custGeom>
              <a:avLst/>
              <a:gdLst/>
              <a:ahLst/>
              <a:cxnLst/>
              <a:rect l="l" t="t" r="r" b="b"/>
              <a:pathLst>
                <a:path w="16314" h="1" fill="none" extrusionOk="0">
                  <a:moveTo>
                    <a:pt x="16313" y="1"/>
                  </a:moveTo>
                  <a:lnTo>
                    <a:pt x="1" y="1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7" name="Google Shape;67;p15"/>
            <p:cNvSpPr/>
            <p:nvPr/>
          </p:nvSpPr>
          <p:spPr>
            <a:xfrm rot="20776023">
              <a:off x="-596116" y="3408519"/>
              <a:ext cx="3415048" cy="0"/>
            </a:xfrm>
            <a:custGeom>
              <a:avLst/>
              <a:gdLst/>
              <a:ahLst/>
              <a:cxnLst/>
              <a:rect l="l" t="t" r="r" b="b"/>
              <a:pathLst>
                <a:path w="16806" fill="none" extrusionOk="0">
                  <a:moveTo>
                    <a:pt x="16805" y="0"/>
                  </a:moveTo>
                  <a:lnTo>
                    <a:pt x="1" y="0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 rot="20776023">
              <a:off x="-619697" y="3527202"/>
              <a:ext cx="3521527" cy="203"/>
            </a:xfrm>
            <a:custGeom>
              <a:avLst/>
              <a:gdLst/>
              <a:ahLst/>
              <a:cxnLst/>
              <a:rect l="l" t="t" r="r" b="b"/>
              <a:pathLst>
                <a:path w="17330" h="1" fill="none" extrusionOk="0">
                  <a:moveTo>
                    <a:pt x="17330" y="0"/>
                  </a:moveTo>
                  <a:lnTo>
                    <a:pt x="1" y="0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" name="Google Shape;69;p15"/>
            <p:cNvSpPr/>
            <p:nvPr/>
          </p:nvSpPr>
          <p:spPr>
            <a:xfrm rot="20776023">
              <a:off x="-645246" y="3653876"/>
              <a:ext cx="3633289" cy="203"/>
            </a:xfrm>
            <a:custGeom>
              <a:avLst/>
              <a:gdLst/>
              <a:ahLst/>
              <a:cxnLst/>
              <a:rect l="l" t="t" r="r" b="b"/>
              <a:pathLst>
                <a:path w="17880" h="1" fill="none" extrusionOk="0">
                  <a:moveTo>
                    <a:pt x="17880" y="0"/>
                  </a:moveTo>
                  <a:lnTo>
                    <a:pt x="0" y="0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 rot="20776023">
              <a:off x="617126" y="3848155"/>
              <a:ext cx="1270026" cy="272494"/>
            </a:xfrm>
            <a:custGeom>
              <a:avLst/>
              <a:gdLst/>
              <a:ahLst/>
              <a:cxnLst/>
              <a:rect l="l" t="t" r="r" b="b"/>
              <a:pathLst>
                <a:path w="6250" h="1341" extrusionOk="0">
                  <a:moveTo>
                    <a:pt x="208" y="0"/>
                  </a:moveTo>
                  <a:lnTo>
                    <a:pt x="1" y="1341"/>
                  </a:lnTo>
                  <a:lnTo>
                    <a:pt x="6250" y="1341"/>
                  </a:lnTo>
                  <a:lnTo>
                    <a:pt x="60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 rot="20776023">
              <a:off x="1868874" y="1537422"/>
              <a:ext cx="83110" cy="82907"/>
            </a:xfrm>
            <a:custGeom>
              <a:avLst/>
              <a:gdLst/>
              <a:ahLst/>
              <a:cxnLst/>
              <a:rect l="l" t="t" r="r" b="b"/>
              <a:pathLst>
                <a:path w="409" h="408" extrusionOk="0">
                  <a:moveTo>
                    <a:pt x="202" y="0"/>
                  </a:moveTo>
                  <a:cubicBezTo>
                    <a:pt x="92" y="0"/>
                    <a:pt x="1" y="91"/>
                    <a:pt x="1" y="207"/>
                  </a:cubicBezTo>
                  <a:cubicBezTo>
                    <a:pt x="1" y="317"/>
                    <a:pt x="92" y="408"/>
                    <a:pt x="202" y="408"/>
                  </a:cubicBezTo>
                  <a:cubicBezTo>
                    <a:pt x="318" y="408"/>
                    <a:pt x="409" y="317"/>
                    <a:pt x="409" y="207"/>
                  </a:cubicBezTo>
                  <a:cubicBezTo>
                    <a:pt x="409" y="91"/>
                    <a:pt x="318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" name="Google Shape;92;p15"/>
            <p:cNvSpPr/>
            <p:nvPr/>
          </p:nvSpPr>
          <p:spPr>
            <a:xfrm rot="20776023">
              <a:off x="2042776" y="1494921"/>
              <a:ext cx="83110" cy="82907"/>
            </a:xfrm>
            <a:custGeom>
              <a:avLst/>
              <a:gdLst/>
              <a:ahLst/>
              <a:cxnLst/>
              <a:rect l="l" t="t" r="r" b="b"/>
              <a:pathLst>
                <a:path w="409" h="408" extrusionOk="0">
                  <a:moveTo>
                    <a:pt x="201" y="0"/>
                  </a:moveTo>
                  <a:cubicBezTo>
                    <a:pt x="91" y="0"/>
                    <a:pt x="1" y="91"/>
                    <a:pt x="1" y="207"/>
                  </a:cubicBezTo>
                  <a:cubicBezTo>
                    <a:pt x="1" y="317"/>
                    <a:pt x="91" y="408"/>
                    <a:pt x="201" y="408"/>
                  </a:cubicBezTo>
                  <a:cubicBezTo>
                    <a:pt x="318" y="408"/>
                    <a:pt x="409" y="317"/>
                    <a:pt x="409" y="207"/>
                  </a:cubicBezTo>
                  <a:cubicBezTo>
                    <a:pt x="409" y="91"/>
                    <a:pt x="318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 rot="20776023">
              <a:off x="2216678" y="1452420"/>
              <a:ext cx="83110" cy="82907"/>
            </a:xfrm>
            <a:custGeom>
              <a:avLst/>
              <a:gdLst/>
              <a:ahLst/>
              <a:cxnLst/>
              <a:rect l="l" t="t" r="r" b="b"/>
              <a:pathLst>
                <a:path w="409" h="408" extrusionOk="0">
                  <a:moveTo>
                    <a:pt x="201" y="0"/>
                  </a:moveTo>
                  <a:cubicBezTo>
                    <a:pt x="91" y="0"/>
                    <a:pt x="0" y="91"/>
                    <a:pt x="0" y="207"/>
                  </a:cubicBezTo>
                  <a:cubicBezTo>
                    <a:pt x="0" y="317"/>
                    <a:pt x="91" y="408"/>
                    <a:pt x="201" y="408"/>
                  </a:cubicBezTo>
                  <a:cubicBezTo>
                    <a:pt x="318" y="408"/>
                    <a:pt x="408" y="317"/>
                    <a:pt x="408" y="207"/>
                  </a:cubicBezTo>
                  <a:cubicBezTo>
                    <a:pt x="408" y="91"/>
                    <a:pt x="318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 rot="20776023">
              <a:off x="2390601" y="1410088"/>
              <a:ext cx="81688" cy="82907"/>
            </a:xfrm>
            <a:custGeom>
              <a:avLst/>
              <a:gdLst/>
              <a:ahLst/>
              <a:cxnLst/>
              <a:rect l="l" t="t" r="r" b="b"/>
              <a:pathLst>
                <a:path w="402" h="408" extrusionOk="0">
                  <a:moveTo>
                    <a:pt x="201" y="0"/>
                  </a:moveTo>
                  <a:cubicBezTo>
                    <a:pt x="91" y="0"/>
                    <a:pt x="0" y="91"/>
                    <a:pt x="0" y="207"/>
                  </a:cubicBezTo>
                  <a:cubicBezTo>
                    <a:pt x="0" y="317"/>
                    <a:pt x="91" y="408"/>
                    <a:pt x="201" y="408"/>
                  </a:cubicBezTo>
                  <a:cubicBezTo>
                    <a:pt x="311" y="408"/>
                    <a:pt x="402" y="317"/>
                    <a:pt x="402" y="207"/>
                  </a:cubicBezTo>
                  <a:cubicBezTo>
                    <a:pt x="402" y="91"/>
                    <a:pt x="311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" name="Google Shape;96;p15"/>
            <p:cNvSpPr/>
            <p:nvPr/>
          </p:nvSpPr>
          <p:spPr>
            <a:xfrm rot="20776023">
              <a:off x="-1019545" y="2098932"/>
              <a:ext cx="346260" cy="287125"/>
            </a:xfrm>
            <a:custGeom>
              <a:avLst/>
              <a:gdLst/>
              <a:ahLst/>
              <a:cxnLst/>
              <a:rect l="l" t="t" r="r" b="b"/>
              <a:pathLst>
                <a:path w="1704" h="1413" extrusionOk="0">
                  <a:moveTo>
                    <a:pt x="117" y="1"/>
                  </a:moveTo>
                  <a:cubicBezTo>
                    <a:pt x="52" y="1"/>
                    <a:pt x="0" y="59"/>
                    <a:pt x="0" y="124"/>
                  </a:cubicBezTo>
                  <a:lnTo>
                    <a:pt x="0" y="1296"/>
                  </a:lnTo>
                  <a:cubicBezTo>
                    <a:pt x="0" y="1360"/>
                    <a:pt x="52" y="1412"/>
                    <a:pt x="117" y="1412"/>
                  </a:cubicBezTo>
                  <a:lnTo>
                    <a:pt x="1587" y="1412"/>
                  </a:lnTo>
                  <a:cubicBezTo>
                    <a:pt x="1651" y="1412"/>
                    <a:pt x="1703" y="1360"/>
                    <a:pt x="1703" y="1296"/>
                  </a:cubicBezTo>
                  <a:lnTo>
                    <a:pt x="1703" y="124"/>
                  </a:lnTo>
                  <a:cubicBezTo>
                    <a:pt x="1703" y="59"/>
                    <a:pt x="1651" y="1"/>
                    <a:pt x="15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 rot="20776023">
              <a:off x="-657843" y="2047779"/>
              <a:ext cx="171301" cy="256644"/>
            </a:xfrm>
            <a:custGeom>
              <a:avLst/>
              <a:gdLst/>
              <a:ahLst/>
              <a:cxnLst/>
              <a:rect l="l" t="t" r="r" b="b"/>
              <a:pathLst>
                <a:path w="843" h="1263" extrusionOk="0">
                  <a:moveTo>
                    <a:pt x="773" y="0"/>
                  </a:moveTo>
                  <a:cubicBezTo>
                    <a:pt x="759" y="0"/>
                    <a:pt x="745" y="4"/>
                    <a:pt x="732" y="13"/>
                  </a:cubicBezTo>
                  <a:lnTo>
                    <a:pt x="33" y="577"/>
                  </a:lnTo>
                  <a:cubicBezTo>
                    <a:pt x="1" y="603"/>
                    <a:pt x="1" y="654"/>
                    <a:pt x="33" y="680"/>
                  </a:cubicBezTo>
                  <a:lnTo>
                    <a:pt x="732" y="1250"/>
                  </a:lnTo>
                  <a:cubicBezTo>
                    <a:pt x="745" y="1259"/>
                    <a:pt x="759" y="1263"/>
                    <a:pt x="772" y="1263"/>
                  </a:cubicBezTo>
                  <a:cubicBezTo>
                    <a:pt x="808" y="1263"/>
                    <a:pt x="843" y="1234"/>
                    <a:pt x="843" y="1192"/>
                  </a:cubicBezTo>
                  <a:lnTo>
                    <a:pt x="843" y="65"/>
                  </a:lnTo>
                  <a:cubicBezTo>
                    <a:pt x="843" y="28"/>
                    <a:pt x="809" y="0"/>
                    <a:pt x="7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" name="Google Shape;52;p15">
              <a:extLst>
                <a:ext uri="{FF2B5EF4-FFF2-40B4-BE49-F238E27FC236}">
                  <a16:creationId xmlns:a16="http://schemas.microsoft.com/office/drawing/2014/main" id="{A52354C9-D12B-C6F1-7EB3-ED776012999C}"/>
                </a:ext>
              </a:extLst>
            </p:cNvPr>
            <p:cNvSpPr/>
            <p:nvPr/>
          </p:nvSpPr>
          <p:spPr>
            <a:xfrm rot="20776023">
              <a:off x="-1035473" y="703342"/>
              <a:ext cx="3734689" cy="2435786"/>
            </a:xfrm>
            <a:custGeom>
              <a:avLst/>
              <a:gdLst/>
              <a:ahLst/>
              <a:cxnLst/>
              <a:rect l="l" t="t" r="r" b="b"/>
              <a:pathLst>
                <a:path w="18379" h="11987" extrusionOk="0">
                  <a:moveTo>
                    <a:pt x="1211" y="0"/>
                  </a:moveTo>
                  <a:cubicBezTo>
                    <a:pt x="544" y="0"/>
                    <a:pt x="0" y="544"/>
                    <a:pt x="0" y="1218"/>
                  </a:cubicBezTo>
                  <a:lnTo>
                    <a:pt x="0" y="10770"/>
                  </a:lnTo>
                  <a:cubicBezTo>
                    <a:pt x="0" y="11443"/>
                    <a:pt x="544" y="11987"/>
                    <a:pt x="1211" y="11987"/>
                  </a:cubicBezTo>
                  <a:lnTo>
                    <a:pt x="17161" y="11987"/>
                  </a:lnTo>
                  <a:cubicBezTo>
                    <a:pt x="17835" y="11987"/>
                    <a:pt x="18379" y="11443"/>
                    <a:pt x="18379" y="10770"/>
                  </a:cubicBezTo>
                  <a:lnTo>
                    <a:pt x="18379" y="1218"/>
                  </a:lnTo>
                  <a:cubicBezTo>
                    <a:pt x="18379" y="544"/>
                    <a:pt x="17835" y="0"/>
                    <a:pt x="171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64FC9451-CA89-1762-C451-06D350150F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996" y="1536435"/>
            <a:ext cx="3680069" cy="2423012"/>
          </a:xfrm>
          <a:prstGeom prst="rect">
            <a:avLst/>
          </a:prstGeom>
        </p:spPr>
      </p:pic>
      <p:sp>
        <p:nvSpPr>
          <p:cNvPr id="10" name="Google Shape;55;p15">
            <a:extLst>
              <a:ext uri="{FF2B5EF4-FFF2-40B4-BE49-F238E27FC236}">
                <a16:creationId xmlns:a16="http://schemas.microsoft.com/office/drawing/2014/main" id="{5D2A71F2-BEAB-DB65-76E1-4864F08E451D}"/>
              </a:ext>
            </a:extLst>
          </p:cNvPr>
          <p:cNvSpPr/>
          <p:nvPr/>
        </p:nvSpPr>
        <p:spPr>
          <a:xfrm rot="26442" flipV="1">
            <a:off x="3326018" y="1417227"/>
            <a:ext cx="120024" cy="118748"/>
          </a:xfrm>
          <a:custGeom>
            <a:avLst/>
            <a:gdLst/>
            <a:ahLst/>
            <a:cxnLst/>
            <a:rect l="l" t="t" r="r" b="b"/>
            <a:pathLst>
              <a:path w="564" h="558" extrusionOk="0">
                <a:moveTo>
                  <a:pt x="285" y="1"/>
                </a:moveTo>
                <a:cubicBezTo>
                  <a:pt x="130" y="1"/>
                  <a:pt x="0" y="124"/>
                  <a:pt x="0" y="279"/>
                </a:cubicBezTo>
                <a:cubicBezTo>
                  <a:pt x="0" y="435"/>
                  <a:pt x="130" y="558"/>
                  <a:pt x="285" y="558"/>
                </a:cubicBezTo>
                <a:cubicBezTo>
                  <a:pt x="441" y="558"/>
                  <a:pt x="564" y="435"/>
                  <a:pt x="564" y="279"/>
                </a:cubicBezTo>
                <a:cubicBezTo>
                  <a:pt x="564" y="124"/>
                  <a:pt x="441" y="1"/>
                  <a:pt x="2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516" name="组合 515">
            <a:extLst>
              <a:ext uri="{FF2B5EF4-FFF2-40B4-BE49-F238E27FC236}">
                <a16:creationId xmlns:a16="http://schemas.microsoft.com/office/drawing/2014/main" id="{98D7AC6D-00E1-7F5D-26D0-C9BDBFF4DA90}"/>
              </a:ext>
            </a:extLst>
          </p:cNvPr>
          <p:cNvGrpSpPr/>
          <p:nvPr/>
        </p:nvGrpSpPr>
        <p:grpSpPr>
          <a:xfrm>
            <a:off x="-197963" y="868638"/>
            <a:ext cx="6772098" cy="5384025"/>
            <a:chOff x="-438683" y="338758"/>
            <a:chExt cx="5730787" cy="4556151"/>
          </a:xfrm>
        </p:grpSpPr>
        <p:sp>
          <p:nvSpPr>
            <p:cNvPr id="13" name="Google Shape;3351;p30">
              <a:extLst>
                <a:ext uri="{FF2B5EF4-FFF2-40B4-BE49-F238E27FC236}">
                  <a16:creationId xmlns:a16="http://schemas.microsoft.com/office/drawing/2014/main" id="{DD65DE2D-6C4F-9014-AAD4-D553E105A310}"/>
                </a:ext>
              </a:extLst>
            </p:cNvPr>
            <p:cNvSpPr/>
            <p:nvPr/>
          </p:nvSpPr>
          <p:spPr>
            <a:xfrm flipH="1">
              <a:off x="4845493" y="4407893"/>
              <a:ext cx="400163" cy="400865"/>
            </a:xfrm>
            <a:custGeom>
              <a:avLst/>
              <a:gdLst/>
              <a:ahLst/>
              <a:cxnLst/>
              <a:rect l="l" t="t" r="r" b="b"/>
              <a:pathLst>
                <a:path w="1138" h="1140" extrusionOk="0">
                  <a:moveTo>
                    <a:pt x="569" y="381"/>
                  </a:moveTo>
                  <a:cubicBezTo>
                    <a:pt x="631" y="381"/>
                    <a:pt x="691" y="412"/>
                    <a:pt x="727" y="466"/>
                  </a:cubicBezTo>
                  <a:cubicBezTo>
                    <a:pt x="784" y="554"/>
                    <a:pt x="759" y="672"/>
                    <a:pt x="673" y="727"/>
                  </a:cubicBezTo>
                  <a:cubicBezTo>
                    <a:pt x="641" y="749"/>
                    <a:pt x="604" y="759"/>
                    <a:pt x="568" y="759"/>
                  </a:cubicBezTo>
                  <a:cubicBezTo>
                    <a:pt x="507" y="759"/>
                    <a:pt x="447" y="729"/>
                    <a:pt x="412" y="674"/>
                  </a:cubicBezTo>
                  <a:cubicBezTo>
                    <a:pt x="354" y="586"/>
                    <a:pt x="380" y="470"/>
                    <a:pt x="465" y="412"/>
                  </a:cubicBezTo>
                  <a:cubicBezTo>
                    <a:pt x="497" y="391"/>
                    <a:pt x="533" y="381"/>
                    <a:pt x="569" y="381"/>
                  </a:cubicBezTo>
                  <a:close/>
                  <a:moveTo>
                    <a:pt x="594" y="0"/>
                  </a:moveTo>
                  <a:cubicBezTo>
                    <a:pt x="588" y="0"/>
                    <a:pt x="584" y="2"/>
                    <a:pt x="579" y="6"/>
                  </a:cubicBezTo>
                  <a:cubicBezTo>
                    <a:pt x="575" y="8"/>
                    <a:pt x="570" y="14"/>
                    <a:pt x="568" y="21"/>
                  </a:cubicBezTo>
                  <a:lnTo>
                    <a:pt x="525" y="143"/>
                  </a:lnTo>
                  <a:cubicBezTo>
                    <a:pt x="500" y="147"/>
                    <a:pt x="476" y="151"/>
                    <a:pt x="455" y="158"/>
                  </a:cubicBezTo>
                  <a:lnTo>
                    <a:pt x="363" y="55"/>
                  </a:lnTo>
                  <a:cubicBezTo>
                    <a:pt x="357" y="50"/>
                    <a:pt x="350" y="47"/>
                    <a:pt x="342" y="47"/>
                  </a:cubicBezTo>
                  <a:cubicBezTo>
                    <a:pt x="337" y="47"/>
                    <a:pt x="332" y="48"/>
                    <a:pt x="328" y="50"/>
                  </a:cubicBezTo>
                  <a:lnTo>
                    <a:pt x="191" y="140"/>
                  </a:lnTo>
                  <a:cubicBezTo>
                    <a:pt x="180" y="149"/>
                    <a:pt x="176" y="162"/>
                    <a:pt x="180" y="173"/>
                  </a:cubicBezTo>
                  <a:cubicBezTo>
                    <a:pt x="195" y="215"/>
                    <a:pt x="217" y="258"/>
                    <a:pt x="238" y="299"/>
                  </a:cubicBezTo>
                  <a:cubicBezTo>
                    <a:pt x="223" y="318"/>
                    <a:pt x="208" y="337"/>
                    <a:pt x="198" y="359"/>
                  </a:cubicBezTo>
                  <a:lnTo>
                    <a:pt x="69" y="348"/>
                  </a:lnTo>
                  <a:cubicBezTo>
                    <a:pt x="61" y="348"/>
                    <a:pt x="54" y="350"/>
                    <a:pt x="48" y="352"/>
                  </a:cubicBezTo>
                  <a:cubicBezTo>
                    <a:pt x="26" y="367"/>
                    <a:pt x="3" y="511"/>
                    <a:pt x="1" y="541"/>
                  </a:cubicBezTo>
                  <a:cubicBezTo>
                    <a:pt x="1" y="547"/>
                    <a:pt x="1" y="554"/>
                    <a:pt x="5" y="560"/>
                  </a:cubicBezTo>
                  <a:cubicBezTo>
                    <a:pt x="9" y="565"/>
                    <a:pt x="13" y="569"/>
                    <a:pt x="22" y="571"/>
                  </a:cubicBezTo>
                  <a:cubicBezTo>
                    <a:pt x="63" y="584"/>
                    <a:pt x="103" y="597"/>
                    <a:pt x="142" y="612"/>
                  </a:cubicBezTo>
                  <a:cubicBezTo>
                    <a:pt x="144" y="637"/>
                    <a:pt x="148" y="661"/>
                    <a:pt x="157" y="684"/>
                  </a:cubicBezTo>
                  <a:lnTo>
                    <a:pt x="52" y="777"/>
                  </a:lnTo>
                  <a:cubicBezTo>
                    <a:pt x="46" y="785"/>
                    <a:pt x="43" y="802"/>
                    <a:pt x="50" y="811"/>
                  </a:cubicBezTo>
                  <a:lnTo>
                    <a:pt x="140" y="948"/>
                  </a:lnTo>
                  <a:cubicBezTo>
                    <a:pt x="145" y="956"/>
                    <a:pt x="154" y="960"/>
                    <a:pt x="163" y="960"/>
                  </a:cubicBezTo>
                  <a:cubicBezTo>
                    <a:pt x="166" y="960"/>
                    <a:pt x="169" y="960"/>
                    <a:pt x="172" y="959"/>
                  </a:cubicBezTo>
                  <a:lnTo>
                    <a:pt x="296" y="901"/>
                  </a:lnTo>
                  <a:cubicBezTo>
                    <a:pt x="315" y="918"/>
                    <a:pt x="339" y="933"/>
                    <a:pt x="363" y="946"/>
                  </a:cubicBezTo>
                  <a:cubicBezTo>
                    <a:pt x="360" y="989"/>
                    <a:pt x="354" y="1029"/>
                    <a:pt x="352" y="1072"/>
                  </a:cubicBezTo>
                  <a:cubicBezTo>
                    <a:pt x="352" y="1079"/>
                    <a:pt x="352" y="1085"/>
                    <a:pt x="356" y="1089"/>
                  </a:cubicBezTo>
                  <a:cubicBezTo>
                    <a:pt x="360" y="1094"/>
                    <a:pt x="365" y="1098"/>
                    <a:pt x="371" y="1100"/>
                  </a:cubicBezTo>
                  <a:cubicBezTo>
                    <a:pt x="420" y="1119"/>
                    <a:pt x="489" y="1130"/>
                    <a:pt x="540" y="1138"/>
                  </a:cubicBezTo>
                  <a:cubicBezTo>
                    <a:pt x="542" y="1139"/>
                    <a:pt x="544" y="1139"/>
                    <a:pt x="545" y="1139"/>
                  </a:cubicBezTo>
                  <a:cubicBezTo>
                    <a:pt x="550" y="1139"/>
                    <a:pt x="555" y="1137"/>
                    <a:pt x="560" y="1134"/>
                  </a:cubicBezTo>
                  <a:cubicBezTo>
                    <a:pt x="566" y="1132"/>
                    <a:pt x="570" y="1126"/>
                    <a:pt x="572" y="1119"/>
                  </a:cubicBezTo>
                  <a:lnTo>
                    <a:pt x="615" y="997"/>
                  </a:lnTo>
                  <a:cubicBezTo>
                    <a:pt x="639" y="993"/>
                    <a:pt x="662" y="989"/>
                    <a:pt x="686" y="982"/>
                  </a:cubicBezTo>
                  <a:lnTo>
                    <a:pt x="778" y="1085"/>
                  </a:lnTo>
                  <a:cubicBezTo>
                    <a:pt x="782" y="1091"/>
                    <a:pt x="788" y="1094"/>
                    <a:pt x="795" y="1094"/>
                  </a:cubicBezTo>
                  <a:cubicBezTo>
                    <a:pt x="801" y="1094"/>
                    <a:pt x="807" y="1092"/>
                    <a:pt x="812" y="1089"/>
                  </a:cubicBezTo>
                  <a:lnTo>
                    <a:pt x="947" y="999"/>
                  </a:lnTo>
                  <a:cubicBezTo>
                    <a:pt x="960" y="993"/>
                    <a:pt x="962" y="980"/>
                    <a:pt x="960" y="967"/>
                  </a:cubicBezTo>
                  <a:cubicBezTo>
                    <a:pt x="945" y="924"/>
                    <a:pt x="922" y="881"/>
                    <a:pt x="902" y="841"/>
                  </a:cubicBezTo>
                  <a:cubicBezTo>
                    <a:pt x="917" y="822"/>
                    <a:pt x="930" y="802"/>
                    <a:pt x="943" y="781"/>
                  </a:cubicBezTo>
                  <a:lnTo>
                    <a:pt x="1071" y="792"/>
                  </a:lnTo>
                  <a:cubicBezTo>
                    <a:pt x="1078" y="792"/>
                    <a:pt x="1084" y="789"/>
                    <a:pt x="1091" y="787"/>
                  </a:cubicBezTo>
                  <a:cubicBezTo>
                    <a:pt x="1112" y="772"/>
                    <a:pt x="1136" y="629"/>
                    <a:pt x="1138" y="599"/>
                  </a:cubicBezTo>
                  <a:cubicBezTo>
                    <a:pt x="1138" y="592"/>
                    <a:pt x="1138" y="586"/>
                    <a:pt x="1134" y="579"/>
                  </a:cubicBezTo>
                  <a:cubicBezTo>
                    <a:pt x="1129" y="575"/>
                    <a:pt x="1125" y="571"/>
                    <a:pt x="1116" y="569"/>
                  </a:cubicBezTo>
                  <a:cubicBezTo>
                    <a:pt x="1076" y="556"/>
                    <a:pt x="1037" y="543"/>
                    <a:pt x="996" y="528"/>
                  </a:cubicBezTo>
                  <a:cubicBezTo>
                    <a:pt x="994" y="502"/>
                    <a:pt x="990" y="479"/>
                    <a:pt x="984" y="455"/>
                  </a:cubicBezTo>
                  <a:lnTo>
                    <a:pt x="1086" y="363"/>
                  </a:lnTo>
                  <a:cubicBezTo>
                    <a:pt x="1095" y="355"/>
                    <a:pt x="1095" y="340"/>
                    <a:pt x="1089" y="329"/>
                  </a:cubicBezTo>
                  <a:lnTo>
                    <a:pt x="999" y="192"/>
                  </a:lnTo>
                  <a:cubicBezTo>
                    <a:pt x="994" y="184"/>
                    <a:pt x="986" y="179"/>
                    <a:pt x="976" y="179"/>
                  </a:cubicBezTo>
                  <a:cubicBezTo>
                    <a:pt x="973" y="179"/>
                    <a:pt x="970" y="180"/>
                    <a:pt x="967" y="181"/>
                  </a:cubicBezTo>
                  <a:lnTo>
                    <a:pt x="842" y="239"/>
                  </a:lnTo>
                  <a:cubicBezTo>
                    <a:pt x="823" y="222"/>
                    <a:pt x="802" y="207"/>
                    <a:pt x="778" y="194"/>
                  </a:cubicBezTo>
                  <a:cubicBezTo>
                    <a:pt x="780" y="151"/>
                    <a:pt x="784" y="108"/>
                    <a:pt x="787" y="68"/>
                  </a:cubicBezTo>
                  <a:cubicBezTo>
                    <a:pt x="789" y="61"/>
                    <a:pt x="787" y="55"/>
                    <a:pt x="782" y="50"/>
                  </a:cubicBezTo>
                  <a:cubicBezTo>
                    <a:pt x="780" y="44"/>
                    <a:pt x="776" y="42"/>
                    <a:pt x="769" y="40"/>
                  </a:cubicBezTo>
                  <a:cubicBezTo>
                    <a:pt x="720" y="21"/>
                    <a:pt x="652" y="10"/>
                    <a:pt x="600" y="1"/>
                  </a:cubicBezTo>
                  <a:cubicBezTo>
                    <a:pt x="598" y="1"/>
                    <a:pt x="596" y="0"/>
                    <a:pt x="594" y="0"/>
                  </a:cubicBezTo>
                  <a:close/>
                </a:path>
              </a:pathLst>
            </a:custGeom>
            <a:solidFill>
              <a:srgbClr val="0181FD"/>
            </a:solidFill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Google Shape;3352;p30">
              <a:extLst>
                <a:ext uri="{FF2B5EF4-FFF2-40B4-BE49-F238E27FC236}">
                  <a16:creationId xmlns:a16="http://schemas.microsoft.com/office/drawing/2014/main" id="{995CC140-0DEE-9DF6-EBD7-D398F24211DE}"/>
                </a:ext>
              </a:extLst>
            </p:cNvPr>
            <p:cNvSpPr/>
            <p:nvPr/>
          </p:nvSpPr>
          <p:spPr>
            <a:xfrm flipH="1">
              <a:off x="4575788" y="4641028"/>
              <a:ext cx="254233" cy="253881"/>
            </a:xfrm>
            <a:custGeom>
              <a:avLst/>
              <a:gdLst/>
              <a:ahLst/>
              <a:cxnLst/>
              <a:rect l="l" t="t" r="r" b="b"/>
              <a:pathLst>
                <a:path w="723" h="722" extrusionOk="0">
                  <a:moveTo>
                    <a:pt x="361" y="241"/>
                  </a:moveTo>
                  <a:cubicBezTo>
                    <a:pt x="400" y="241"/>
                    <a:pt x="438" y="260"/>
                    <a:pt x="461" y="296"/>
                  </a:cubicBezTo>
                  <a:cubicBezTo>
                    <a:pt x="498" y="349"/>
                    <a:pt x="483" y="424"/>
                    <a:pt x="427" y="460"/>
                  </a:cubicBezTo>
                  <a:cubicBezTo>
                    <a:pt x="407" y="474"/>
                    <a:pt x="383" y="480"/>
                    <a:pt x="361" y="480"/>
                  </a:cubicBezTo>
                  <a:cubicBezTo>
                    <a:pt x="322" y="480"/>
                    <a:pt x="284" y="461"/>
                    <a:pt x="262" y="426"/>
                  </a:cubicBezTo>
                  <a:cubicBezTo>
                    <a:pt x="226" y="371"/>
                    <a:pt x="241" y="296"/>
                    <a:pt x="296" y="261"/>
                  </a:cubicBezTo>
                  <a:cubicBezTo>
                    <a:pt x="316" y="248"/>
                    <a:pt x="339" y="241"/>
                    <a:pt x="361" y="241"/>
                  </a:cubicBezTo>
                  <a:close/>
                  <a:moveTo>
                    <a:pt x="380" y="0"/>
                  </a:moveTo>
                  <a:cubicBezTo>
                    <a:pt x="376" y="0"/>
                    <a:pt x="371" y="0"/>
                    <a:pt x="367" y="2"/>
                  </a:cubicBezTo>
                  <a:cubicBezTo>
                    <a:pt x="365" y="4"/>
                    <a:pt x="361" y="9"/>
                    <a:pt x="361" y="13"/>
                  </a:cubicBezTo>
                  <a:lnTo>
                    <a:pt x="333" y="90"/>
                  </a:lnTo>
                  <a:cubicBezTo>
                    <a:pt x="318" y="92"/>
                    <a:pt x="303" y="94"/>
                    <a:pt x="288" y="99"/>
                  </a:cubicBezTo>
                  <a:lnTo>
                    <a:pt x="230" y="34"/>
                  </a:lnTo>
                  <a:cubicBezTo>
                    <a:pt x="226" y="31"/>
                    <a:pt x="222" y="29"/>
                    <a:pt x="218" y="29"/>
                  </a:cubicBezTo>
                  <a:cubicBezTo>
                    <a:pt x="215" y="29"/>
                    <a:pt x="211" y="30"/>
                    <a:pt x="209" y="32"/>
                  </a:cubicBezTo>
                  <a:lnTo>
                    <a:pt x="121" y="88"/>
                  </a:lnTo>
                  <a:cubicBezTo>
                    <a:pt x="114" y="94"/>
                    <a:pt x="112" y="101"/>
                    <a:pt x="114" y="109"/>
                  </a:cubicBezTo>
                  <a:cubicBezTo>
                    <a:pt x="123" y="137"/>
                    <a:pt x="138" y="163"/>
                    <a:pt x="151" y="188"/>
                  </a:cubicBezTo>
                  <a:cubicBezTo>
                    <a:pt x="140" y="201"/>
                    <a:pt x="131" y="214"/>
                    <a:pt x="125" y="227"/>
                  </a:cubicBezTo>
                  <a:lnTo>
                    <a:pt x="44" y="221"/>
                  </a:lnTo>
                  <a:cubicBezTo>
                    <a:pt x="37" y="221"/>
                    <a:pt x="33" y="221"/>
                    <a:pt x="31" y="223"/>
                  </a:cubicBezTo>
                  <a:cubicBezTo>
                    <a:pt x="16" y="233"/>
                    <a:pt x="1" y="323"/>
                    <a:pt x="1" y="343"/>
                  </a:cubicBezTo>
                  <a:cubicBezTo>
                    <a:pt x="1" y="347"/>
                    <a:pt x="1" y="351"/>
                    <a:pt x="3" y="356"/>
                  </a:cubicBezTo>
                  <a:cubicBezTo>
                    <a:pt x="5" y="358"/>
                    <a:pt x="9" y="360"/>
                    <a:pt x="14" y="362"/>
                  </a:cubicBezTo>
                  <a:cubicBezTo>
                    <a:pt x="39" y="368"/>
                    <a:pt x="65" y="379"/>
                    <a:pt x="91" y="388"/>
                  </a:cubicBezTo>
                  <a:cubicBezTo>
                    <a:pt x="91" y="403"/>
                    <a:pt x="95" y="420"/>
                    <a:pt x="99" y="435"/>
                  </a:cubicBezTo>
                  <a:lnTo>
                    <a:pt x="33" y="493"/>
                  </a:lnTo>
                  <a:cubicBezTo>
                    <a:pt x="29" y="497"/>
                    <a:pt x="29" y="508"/>
                    <a:pt x="31" y="514"/>
                  </a:cubicBezTo>
                  <a:lnTo>
                    <a:pt x="89" y="602"/>
                  </a:lnTo>
                  <a:cubicBezTo>
                    <a:pt x="92" y="607"/>
                    <a:pt x="97" y="609"/>
                    <a:pt x="104" y="609"/>
                  </a:cubicBezTo>
                  <a:cubicBezTo>
                    <a:pt x="106" y="609"/>
                    <a:pt x="108" y="609"/>
                    <a:pt x="110" y="608"/>
                  </a:cubicBezTo>
                  <a:lnTo>
                    <a:pt x="187" y="572"/>
                  </a:lnTo>
                  <a:cubicBezTo>
                    <a:pt x="200" y="583"/>
                    <a:pt x="215" y="591"/>
                    <a:pt x="230" y="600"/>
                  </a:cubicBezTo>
                  <a:cubicBezTo>
                    <a:pt x="228" y="628"/>
                    <a:pt x="226" y="653"/>
                    <a:pt x="224" y="681"/>
                  </a:cubicBezTo>
                  <a:cubicBezTo>
                    <a:pt x="224" y="683"/>
                    <a:pt x="224" y="688"/>
                    <a:pt x="226" y="692"/>
                  </a:cubicBezTo>
                  <a:cubicBezTo>
                    <a:pt x="228" y="694"/>
                    <a:pt x="230" y="696"/>
                    <a:pt x="234" y="698"/>
                  </a:cubicBezTo>
                  <a:cubicBezTo>
                    <a:pt x="266" y="711"/>
                    <a:pt x="309" y="718"/>
                    <a:pt x="341" y="722"/>
                  </a:cubicBezTo>
                  <a:cubicBezTo>
                    <a:pt x="348" y="722"/>
                    <a:pt x="352" y="722"/>
                    <a:pt x="354" y="720"/>
                  </a:cubicBezTo>
                  <a:cubicBezTo>
                    <a:pt x="358" y="718"/>
                    <a:pt x="361" y="713"/>
                    <a:pt x="363" y="709"/>
                  </a:cubicBezTo>
                  <a:lnTo>
                    <a:pt x="391" y="632"/>
                  </a:lnTo>
                  <a:cubicBezTo>
                    <a:pt x="406" y="630"/>
                    <a:pt x="421" y="628"/>
                    <a:pt x="436" y="623"/>
                  </a:cubicBezTo>
                  <a:lnTo>
                    <a:pt x="493" y="688"/>
                  </a:lnTo>
                  <a:cubicBezTo>
                    <a:pt x="496" y="691"/>
                    <a:pt x="500" y="693"/>
                    <a:pt x="505" y="693"/>
                  </a:cubicBezTo>
                  <a:cubicBezTo>
                    <a:pt x="508" y="693"/>
                    <a:pt x="512" y="692"/>
                    <a:pt x="515" y="690"/>
                  </a:cubicBezTo>
                  <a:lnTo>
                    <a:pt x="603" y="634"/>
                  </a:lnTo>
                  <a:cubicBezTo>
                    <a:pt x="609" y="630"/>
                    <a:pt x="611" y="621"/>
                    <a:pt x="609" y="613"/>
                  </a:cubicBezTo>
                  <a:cubicBezTo>
                    <a:pt x="601" y="585"/>
                    <a:pt x="586" y="559"/>
                    <a:pt x="573" y="533"/>
                  </a:cubicBezTo>
                  <a:cubicBezTo>
                    <a:pt x="581" y="520"/>
                    <a:pt x="592" y="508"/>
                    <a:pt x="598" y="495"/>
                  </a:cubicBezTo>
                  <a:lnTo>
                    <a:pt x="680" y="501"/>
                  </a:lnTo>
                  <a:cubicBezTo>
                    <a:pt x="684" y="501"/>
                    <a:pt x="688" y="501"/>
                    <a:pt x="693" y="499"/>
                  </a:cubicBezTo>
                  <a:cubicBezTo>
                    <a:pt x="705" y="488"/>
                    <a:pt x="720" y="396"/>
                    <a:pt x="723" y="379"/>
                  </a:cubicBezTo>
                  <a:cubicBezTo>
                    <a:pt x="723" y="375"/>
                    <a:pt x="723" y="371"/>
                    <a:pt x="720" y="366"/>
                  </a:cubicBezTo>
                  <a:cubicBezTo>
                    <a:pt x="718" y="364"/>
                    <a:pt x="714" y="362"/>
                    <a:pt x="710" y="360"/>
                  </a:cubicBezTo>
                  <a:cubicBezTo>
                    <a:pt x="684" y="351"/>
                    <a:pt x="658" y="345"/>
                    <a:pt x="633" y="334"/>
                  </a:cubicBezTo>
                  <a:cubicBezTo>
                    <a:pt x="630" y="317"/>
                    <a:pt x="628" y="302"/>
                    <a:pt x="624" y="287"/>
                  </a:cubicBezTo>
                  <a:lnTo>
                    <a:pt x="690" y="229"/>
                  </a:lnTo>
                  <a:cubicBezTo>
                    <a:pt x="695" y="225"/>
                    <a:pt x="695" y="214"/>
                    <a:pt x="690" y="208"/>
                  </a:cubicBezTo>
                  <a:lnTo>
                    <a:pt x="633" y="122"/>
                  </a:lnTo>
                  <a:cubicBezTo>
                    <a:pt x="629" y="116"/>
                    <a:pt x="624" y="113"/>
                    <a:pt x="618" y="113"/>
                  </a:cubicBezTo>
                  <a:cubicBezTo>
                    <a:pt x="617" y="113"/>
                    <a:pt x="615" y="113"/>
                    <a:pt x="613" y="114"/>
                  </a:cubicBezTo>
                  <a:lnTo>
                    <a:pt x="534" y="150"/>
                  </a:lnTo>
                  <a:cubicBezTo>
                    <a:pt x="521" y="139"/>
                    <a:pt x="508" y="131"/>
                    <a:pt x="493" y="122"/>
                  </a:cubicBezTo>
                  <a:cubicBezTo>
                    <a:pt x="493" y="94"/>
                    <a:pt x="498" y="69"/>
                    <a:pt x="500" y="43"/>
                  </a:cubicBezTo>
                  <a:cubicBezTo>
                    <a:pt x="500" y="39"/>
                    <a:pt x="498" y="34"/>
                    <a:pt x="496" y="30"/>
                  </a:cubicBezTo>
                  <a:cubicBezTo>
                    <a:pt x="493" y="28"/>
                    <a:pt x="491" y="26"/>
                    <a:pt x="487" y="24"/>
                  </a:cubicBezTo>
                  <a:cubicBezTo>
                    <a:pt x="457" y="13"/>
                    <a:pt x="412" y="4"/>
                    <a:pt x="380" y="0"/>
                  </a:cubicBezTo>
                  <a:close/>
                </a:path>
              </a:pathLst>
            </a:custGeom>
            <a:solidFill>
              <a:srgbClr val="0181FD"/>
            </a:solidFill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" name="Google Shape;3353;p30">
              <a:extLst>
                <a:ext uri="{FF2B5EF4-FFF2-40B4-BE49-F238E27FC236}">
                  <a16:creationId xmlns:a16="http://schemas.microsoft.com/office/drawing/2014/main" id="{0450936A-3C0C-6EDF-C560-B7555E545099}"/>
                </a:ext>
              </a:extLst>
            </p:cNvPr>
            <p:cNvSpPr/>
            <p:nvPr/>
          </p:nvSpPr>
          <p:spPr>
            <a:xfrm flipH="1">
              <a:off x="4863427" y="4519011"/>
              <a:ext cx="264079" cy="22856"/>
            </a:xfrm>
            <a:custGeom>
              <a:avLst/>
              <a:gdLst/>
              <a:ahLst/>
              <a:cxnLst/>
              <a:rect l="l" t="t" r="r" b="b"/>
              <a:pathLst>
                <a:path w="751" h="65" extrusionOk="0">
                  <a:moveTo>
                    <a:pt x="1" y="0"/>
                  </a:moveTo>
                  <a:lnTo>
                    <a:pt x="1" y="64"/>
                  </a:lnTo>
                  <a:lnTo>
                    <a:pt x="750" y="64"/>
                  </a:lnTo>
                  <a:lnTo>
                    <a:pt x="750" y="0"/>
                  </a:lnTo>
                  <a:close/>
                </a:path>
              </a:pathLst>
            </a:custGeom>
            <a:solidFill>
              <a:srgbClr val="59595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" name="Google Shape;3354;p30">
              <a:extLst>
                <a:ext uri="{FF2B5EF4-FFF2-40B4-BE49-F238E27FC236}">
                  <a16:creationId xmlns:a16="http://schemas.microsoft.com/office/drawing/2014/main" id="{87C2E17D-9A1C-8F74-0557-44BDD4F1D559}"/>
                </a:ext>
              </a:extLst>
            </p:cNvPr>
            <p:cNvSpPr/>
            <p:nvPr/>
          </p:nvSpPr>
          <p:spPr>
            <a:xfrm flipH="1">
              <a:off x="4455176" y="3989447"/>
              <a:ext cx="760239" cy="530620"/>
            </a:xfrm>
            <a:custGeom>
              <a:avLst/>
              <a:gdLst/>
              <a:ahLst/>
              <a:cxnLst/>
              <a:rect l="l" t="t" r="r" b="b"/>
              <a:pathLst>
                <a:path w="2162" h="1509" extrusionOk="0">
                  <a:moveTo>
                    <a:pt x="0" y="0"/>
                  </a:moveTo>
                  <a:lnTo>
                    <a:pt x="0" y="1335"/>
                  </a:lnTo>
                  <a:cubicBezTo>
                    <a:pt x="0" y="1429"/>
                    <a:pt x="77" y="1508"/>
                    <a:pt x="174" y="1508"/>
                  </a:cubicBezTo>
                  <a:lnTo>
                    <a:pt x="1988" y="1508"/>
                  </a:lnTo>
                  <a:cubicBezTo>
                    <a:pt x="2084" y="1508"/>
                    <a:pt x="2161" y="1429"/>
                    <a:pt x="2161" y="1335"/>
                  </a:cubicBezTo>
                  <a:lnTo>
                    <a:pt x="216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" name="Google Shape;3355;p30">
              <a:extLst>
                <a:ext uri="{FF2B5EF4-FFF2-40B4-BE49-F238E27FC236}">
                  <a16:creationId xmlns:a16="http://schemas.microsoft.com/office/drawing/2014/main" id="{0796467D-B050-BC20-13B7-0F3DE9DD6186}"/>
                </a:ext>
              </a:extLst>
            </p:cNvPr>
            <p:cNvSpPr/>
            <p:nvPr/>
          </p:nvSpPr>
          <p:spPr>
            <a:xfrm flipH="1">
              <a:off x="4455176" y="3989447"/>
              <a:ext cx="760239" cy="530620"/>
            </a:xfrm>
            <a:custGeom>
              <a:avLst/>
              <a:gdLst/>
              <a:ahLst/>
              <a:cxnLst/>
              <a:rect l="l" t="t" r="r" b="b"/>
              <a:pathLst>
                <a:path w="2162" h="1509" fill="none" extrusionOk="0">
                  <a:moveTo>
                    <a:pt x="2161" y="0"/>
                  </a:moveTo>
                  <a:lnTo>
                    <a:pt x="2161" y="1335"/>
                  </a:lnTo>
                  <a:cubicBezTo>
                    <a:pt x="2161" y="1429"/>
                    <a:pt x="2084" y="1508"/>
                    <a:pt x="1988" y="1508"/>
                  </a:cubicBezTo>
                  <a:lnTo>
                    <a:pt x="174" y="1508"/>
                  </a:lnTo>
                  <a:cubicBezTo>
                    <a:pt x="77" y="1508"/>
                    <a:pt x="0" y="1429"/>
                    <a:pt x="0" y="1335"/>
                  </a:cubicBez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Google Shape;3356;p30">
              <a:extLst>
                <a:ext uri="{FF2B5EF4-FFF2-40B4-BE49-F238E27FC236}">
                  <a16:creationId xmlns:a16="http://schemas.microsoft.com/office/drawing/2014/main" id="{2EF21773-BF8B-5C1B-B0BE-BD050C693ABA}"/>
                </a:ext>
              </a:extLst>
            </p:cNvPr>
            <p:cNvSpPr/>
            <p:nvPr/>
          </p:nvSpPr>
          <p:spPr>
            <a:xfrm flipH="1">
              <a:off x="4455176" y="3810112"/>
              <a:ext cx="760239" cy="179687"/>
            </a:xfrm>
            <a:custGeom>
              <a:avLst/>
              <a:gdLst/>
              <a:ahLst/>
              <a:cxnLst/>
              <a:rect l="l" t="t" r="r" b="b"/>
              <a:pathLst>
                <a:path w="2162" h="511" extrusionOk="0">
                  <a:moveTo>
                    <a:pt x="174" y="1"/>
                  </a:moveTo>
                  <a:cubicBezTo>
                    <a:pt x="77" y="1"/>
                    <a:pt x="0" y="80"/>
                    <a:pt x="0" y="174"/>
                  </a:cubicBezTo>
                  <a:lnTo>
                    <a:pt x="0" y="510"/>
                  </a:lnTo>
                  <a:lnTo>
                    <a:pt x="2161" y="510"/>
                  </a:lnTo>
                  <a:lnTo>
                    <a:pt x="2161" y="174"/>
                  </a:lnTo>
                  <a:cubicBezTo>
                    <a:pt x="2161" y="80"/>
                    <a:pt x="2084" y="1"/>
                    <a:pt x="1988" y="1"/>
                  </a:cubicBezTo>
                  <a:close/>
                </a:path>
              </a:pathLst>
            </a:custGeom>
            <a:solidFill>
              <a:srgbClr val="BABABA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" name="Google Shape;3357;p30">
              <a:extLst>
                <a:ext uri="{FF2B5EF4-FFF2-40B4-BE49-F238E27FC236}">
                  <a16:creationId xmlns:a16="http://schemas.microsoft.com/office/drawing/2014/main" id="{06DB22DF-5AC0-D2B0-F8A5-6EB75AFA9FE1}"/>
                </a:ext>
              </a:extLst>
            </p:cNvPr>
            <p:cNvSpPr/>
            <p:nvPr/>
          </p:nvSpPr>
          <p:spPr>
            <a:xfrm flipH="1">
              <a:off x="5114144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" name="Google Shape;3358;p30">
              <a:extLst>
                <a:ext uri="{FF2B5EF4-FFF2-40B4-BE49-F238E27FC236}">
                  <a16:creationId xmlns:a16="http://schemas.microsoft.com/office/drawing/2014/main" id="{4747C8B4-2F57-5387-EFD6-94FCCB5D918D}"/>
                </a:ext>
              </a:extLst>
            </p:cNvPr>
            <p:cNvSpPr/>
            <p:nvPr/>
          </p:nvSpPr>
          <p:spPr>
            <a:xfrm flipH="1">
              <a:off x="5114144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fill="none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" name="Google Shape;3359;p30">
              <a:extLst>
                <a:ext uri="{FF2B5EF4-FFF2-40B4-BE49-F238E27FC236}">
                  <a16:creationId xmlns:a16="http://schemas.microsoft.com/office/drawing/2014/main" id="{B85AF1DA-3611-6735-85C8-A147056EB2BC}"/>
                </a:ext>
              </a:extLst>
            </p:cNvPr>
            <p:cNvSpPr/>
            <p:nvPr/>
          </p:nvSpPr>
          <p:spPr>
            <a:xfrm flipH="1">
              <a:off x="5002675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" name="Google Shape;3360;p30">
              <a:extLst>
                <a:ext uri="{FF2B5EF4-FFF2-40B4-BE49-F238E27FC236}">
                  <a16:creationId xmlns:a16="http://schemas.microsoft.com/office/drawing/2014/main" id="{EA599D74-1BC5-FB07-F368-E2E273FD75BA}"/>
                </a:ext>
              </a:extLst>
            </p:cNvPr>
            <p:cNvSpPr/>
            <p:nvPr/>
          </p:nvSpPr>
          <p:spPr>
            <a:xfrm flipH="1">
              <a:off x="5002675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fill="none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" name="Google Shape;3361;p30">
              <a:extLst>
                <a:ext uri="{FF2B5EF4-FFF2-40B4-BE49-F238E27FC236}">
                  <a16:creationId xmlns:a16="http://schemas.microsoft.com/office/drawing/2014/main" id="{7F300F0D-4A04-EE0D-9542-FE38318773D1}"/>
                </a:ext>
              </a:extLst>
            </p:cNvPr>
            <p:cNvSpPr/>
            <p:nvPr/>
          </p:nvSpPr>
          <p:spPr>
            <a:xfrm flipH="1">
              <a:off x="4891207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" name="Google Shape;3362;p30">
              <a:extLst>
                <a:ext uri="{FF2B5EF4-FFF2-40B4-BE49-F238E27FC236}">
                  <a16:creationId xmlns:a16="http://schemas.microsoft.com/office/drawing/2014/main" id="{13DB8288-6A40-1EDA-0801-19C646602C07}"/>
                </a:ext>
              </a:extLst>
            </p:cNvPr>
            <p:cNvSpPr/>
            <p:nvPr/>
          </p:nvSpPr>
          <p:spPr>
            <a:xfrm flipH="1">
              <a:off x="4891207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fill="none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Google Shape;3363;p30">
              <a:extLst>
                <a:ext uri="{FF2B5EF4-FFF2-40B4-BE49-F238E27FC236}">
                  <a16:creationId xmlns:a16="http://schemas.microsoft.com/office/drawing/2014/main" id="{EFFB7A51-38DB-1387-32F3-FBFBCF8CE0A0}"/>
                </a:ext>
              </a:extLst>
            </p:cNvPr>
            <p:cNvSpPr/>
            <p:nvPr/>
          </p:nvSpPr>
          <p:spPr>
            <a:xfrm flipH="1">
              <a:off x="4779737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" name="Google Shape;3364;p30">
              <a:extLst>
                <a:ext uri="{FF2B5EF4-FFF2-40B4-BE49-F238E27FC236}">
                  <a16:creationId xmlns:a16="http://schemas.microsoft.com/office/drawing/2014/main" id="{BD0FC191-2741-794E-0E85-BC995B5234BA}"/>
                </a:ext>
              </a:extLst>
            </p:cNvPr>
            <p:cNvSpPr/>
            <p:nvPr/>
          </p:nvSpPr>
          <p:spPr>
            <a:xfrm flipH="1">
              <a:off x="4779737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fill="none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" name="Google Shape;3365;p30">
              <a:extLst>
                <a:ext uri="{FF2B5EF4-FFF2-40B4-BE49-F238E27FC236}">
                  <a16:creationId xmlns:a16="http://schemas.microsoft.com/office/drawing/2014/main" id="{32A21A30-09FA-6548-0465-ECA47DE6E2C1}"/>
                </a:ext>
              </a:extLst>
            </p:cNvPr>
            <p:cNvSpPr/>
            <p:nvPr/>
          </p:nvSpPr>
          <p:spPr>
            <a:xfrm flipH="1">
              <a:off x="4668269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" name="Google Shape;3366;p30">
              <a:extLst>
                <a:ext uri="{FF2B5EF4-FFF2-40B4-BE49-F238E27FC236}">
                  <a16:creationId xmlns:a16="http://schemas.microsoft.com/office/drawing/2014/main" id="{EB53E784-D503-99F4-7A42-B76E1C69FF20}"/>
                </a:ext>
              </a:extLst>
            </p:cNvPr>
            <p:cNvSpPr/>
            <p:nvPr/>
          </p:nvSpPr>
          <p:spPr>
            <a:xfrm flipH="1">
              <a:off x="4668269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fill="none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" name="Google Shape;3367;p30">
              <a:extLst>
                <a:ext uri="{FF2B5EF4-FFF2-40B4-BE49-F238E27FC236}">
                  <a16:creationId xmlns:a16="http://schemas.microsoft.com/office/drawing/2014/main" id="{1E81A84C-799E-4976-290A-BC60CBD0D1E7}"/>
                </a:ext>
              </a:extLst>
            </p:cNvPr>
            <p:cNvSpPr/>
            <p:nvPr/>
          </p:nvSpPr>
          <p:spPr>
            <a:xfrm flipH="1">
              <a:off x="4556097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" name="Google Shape;3368;p30">
              <a:extLst>
                <a:ext uri="{FF2B5EF4-FFF2-40B4-BE49-F238E27FC236}">
                  <a16:creationId xmlns:a16="http://schemas.microsoft.com/office/drawing/2014/main" id="{92A9C5DE-8DA6-F512-E71F-4F8D05D041DB}"/>
                </a:ext>
              </a:extLst>
            </p:cNvPr>
            <p:cNvSpPr/>
            <p:nvPr/>
          </p:nvSpPr>
          <p:spPr>
            <a:xfrm flipH="1">
              <a:off x="4556097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fill="none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" name="Google Shape;3369;p30">
              <a:extLst>
                <a:ext uri="{FF2B5EF4-FFF2-40B4-BE49-F238E27FC236}">
                  <a16:creationId xmlns:a16="http://schemas.microsoft.com/office/drawing/2014/main" id="{6ADF8D20-89DE-596A-D117-F94D3F472FD7}"/>
                </a:ext>
              </a:extLst>
            </p:cNvPr>
            <p:cNvSpPr/>
            <p:nvPr/>
          </p:nvSpPr>
          <p:spPr>
            <a:xfrm flipH="1">
              <a:off x="4726289" y="4417036"/>
              <a:ext cx="218015" cy="41141"/>
            </a:xfrm>
            <a:custGeom>
              <a:avLst/>
              <a:gdLst/>
              <a:ahLst/>
              <a:cxnLst/>
              <a:rect l="l" t="t" r="r" b="b"/>
              <a:pathLst>
                <a:path w="620" h="117" extrusionOk="0">
                  <a:moveTo>
                    <a:pt x="58" y="1"/>
                  </a:moveTo>
                  <a:cubicBezTo>
                    <a:pt x="26" y="1"/>
                    <a:pt x="0" y="29"/>
                    <a:pt x="0" y="59"/>
                  </a:cubicBezTo>
                  <a:cubicBezTo>
                    <a:pt x="0" y="91"/>
                    <a:pt x="26" y="117"/>
                    <a:pt x="58" y="117"/>
                  </a:cubicBezTo>
                  <a:lnTo>
                    <a:pt x="561" y="117"/>
                  </a:lnTo>
                  <a:cubicBezTo>
                    <a:pt x="591" y="117"/>
                    <a:pt x="619" y="91"/>
                    <a:pt x="619" y="59"/>
                  </a:cubicBezTo>
                  <a:cubicBezTo>
                    <a:pt x="619" y="29"/>
                    <a:pt x="591" y="1"/>
                    <a:pt x="561" y="1"/>
                  </a:cubicBezTo>
                  <a:close/>
                </a:path>
              </a:pathLst>
            </a:custGeom>
            <a:solidFill>
              <a:srgbClr val="59595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" name="Google Shape;3370;p30">
              <a:extLst>
                <a:ext uri="{FF2B5EF4-FFF2-40B4-BE49-F238E27FC236}">
                  <a16:creationId xmlns:a16="http://schemas.microsoft.com/office/drawing/2014/main" id="{8816D0A0-1F18-1BC8-A58E-BB8481DC4E87}"/>
                </a:ext>
              </a:extLst>
            </p:cNvPr>
            <p:cNvSpPr/>
            <p:nvPr/>
          </p:nvSpPr>
          <p:spPr>
            <a:xfrm rot="10800000" flipH="1">
              <a:off x="396101" y="338758"/>
              <a:ext cx="803841" cy="693428"/>
            </a:xfrm>
            <a:custGeom>
              <a:avLst/>
              <a:gdLst/>
              <a:ahLst/>
              <a:cxnLst/>
              <a:rect l="l" t="t" r="r" b="b"/>
              <a:pathLst>
                <a:path w="2286" h="1972" extrusionOk="0">
                  <a:moveTo>
                    <a:pt x="321" y="1"/>
                  </a:moveTo>
                  <a:cubicBezTo>
                    <a:pt x="144" y="1"/>
                    <a:pt x="0" y="146"/>
                    <a:pt x="0" y="322"/>
                  </a:cubicBezTo>
                  <a:lnTo>
                    <a:pt x="0" y="1650"/>
                  </a:lnTo>
                  <a:cubicBezTo>
                    <a:pt x="0" y="1825"/>
                    <a:pt x="144" y="1971"/>
                    <a:pt x="321" y="1971"/>
                  </a:cubicBezTo>
                  <a:lnTo>
                    <a:pt x="1964" y="1971"/>
                  </a:lnTo>
                  <a:cubicBezTo>
                    <a:pt x="2140" y="1971"/>
                    <a:pt x="2285" y="1825"/>
                    <a:pt x="2285" y="1650"/>
                  </a:cubicBezTo>
                  <a:lnTo>
                    <a:pt x="2285" y="322"/>
                  </a:lnTo>
                  <a:cubicBezTo>
                    <a:pt x="2285" y="146"/>
                    <a:pt x="2140" y="1"/>
                    <a:pt x="1964" y="1"/>
                  </a:cubicBezTo>
                  <a:close/>
                </a:path>
              </a:pathLst>
            </a:custGeom>
            <a:solidFill>
              <a:srgbClr val="B1371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3" name="Google Shape;3371;p30">
              <a:extLst>
                <a:ext uri="{FF2B5EF4-FFF2-40B4-BE49-F238E27FC236}">
                  <a16:creationId xmlns:a16="http://schemas.microsoft.com/office/drawing/2014/main" id="{32A8106D-2F0D-E0B0-2D51-606857A4C50A}"/>
                </a:ext>
              </a:extLst>
            </p:cNvPr>
            <p:cNvSpPr/>
            <p:nvPr/>
          </p:nvSpPr>
          <p:spPr>
            <a:xfrm rot="10800000" flipH="1">
              <a:off x="698333" y="478322"/>
              <a:ext cx="257749" cy="381877"/>
            </a:xfrm>
            <a:custGeom>
              <a:avLst/>
              <a:gdLst/>
              <a:ahLst/>
              <a:cxnLst/>
              <a:rect l="l" t="t" r="r" b="b"/>
              <a:pathLst>
                <a:path w="733" h="1086" extrusionOk="0">
                  <a:moveTo>
                    <a:pt x="71" y="1"/>
                  </a:moveTo>
                  <a:cubicBezTo>
                    <a:pt x="35" y="1"/>
                    <a:pt x="0" y="29"/>
                    <a:pt x="0" y="72"/>
                  </a:cubicBezTo>
                  <a:lnTo>
                    <a:pt x="0" y="1016"/>
                  </a:lnTo>
                  <a:cubicBezTo>
                    <a:pt x="0" y="1057"/>
                    <a:pt x="34" y="1085"/>
                    <a:pt x="70" y="1085"/>
                  </a:cubicBezTo>
                  <a:cubicBezTo>
                    <a:pt x="85" y="1085"/>
                    <a:pt x="100" y="1080"/>
                    <a:pt x="114" y="1070"/>
                  </a:cubicBezTo>
                  <a:lnTo>
                    <a:pt x="698" y="596"/>
                  </a:lnTo>
                  <a:cubicBezTo>
                    <a:pt x="733" y="569"/>
                    <a:pt x="733" y="517"/>
                    <a:pt x="698" y="489"/>
                  </a:cubicBezTo>
                  <a:lnTo>
                    <a:pt x="114" y="16"/>
                  </a:lnTo>
                  <a:cubicBezTo>
                    <a:pt x="101" y="5"/>
                    <a:pt x="85" y="1"/>
                    <a:pt x="7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" name="Google Shape;3372;p30">
              <a:extLst>
                <a:ext uri="{FF2B5EF4-FFF2-40B4-BE49-F238E27FC236}">
                  <a16:creationId xmlns:a16="http://schemas.microsoft.com/office/drawing/2014/main" id="{7E0E120E-2660-AEEE-C9B2-6DD69D16B99A}"/>
                </a:ext>
              </a:extLst>
            </p:cNvPr>
            <p:cNvSpPr/>
            <p:nvPr/>
          </p:nvSpPr>
          <p:spPr>
            <a:xfrm flipH="1">
              <a:off x="305381" y="2119493"/>
              <a:ext cx="75601" cy="1040493"/>
            </a:xfrm>
            <a:custGeom>
              <a:avLst/>
              <a:gdLst/>
              <a:ahLst/>
              <a:cxnLst/>
              <a:rect l="l" t="t" r="r" b="b"/>
              <a:pathLst>
                <a:path w="215" h="2959" fill="none" extrusionOk="0">
                  <a:moveTo>
                    <a:pt x="214" y="2959"/>
                  </a:moveTo>
                  <a:lnTo>
                    <a:pt x="214" y="866"/>
                  </a:lnTo>
                  <a:cubicBezTo>
                    <a:pt x="214" y="564"/>
                    <a:pt x="142" y="269"/>
                    <a:pt x="0" y="1"/>
                  </a:cubicBez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" name="Google Shape;3373;p30">
              <a:extLst>
                <a:ext uri="{FF2B5EF4-FFF2-40B4-BE49-F238E27FC236}">
                  <a16:creationId xmlns:a16="http://schemas.microsoft.com/office/drawing/2014/main" id="{DCB63065-FA03-29E4-BCFD-5D0EDF3CD3DD}"/>
                </a:ext>
              </a:extLst>
            </p:cNvPr>
            <p:cNvSpPr/>
            <p:nvPr/>
          </p:nvSpPr>
          <p:spPr>
            <a:xfrm flipH="1">
              <a:off x="-20588" y="3078404"/>
              <a:ext cx="652287" cy="141709"/>
            </a:xfrm>
            <a:custGeom>
              <a:avLst/>
              <a:gdLst/>
              <a:ahLst/>
              <a:cxnLst/>
              <a:rect l="l" t="t" r="r" b="b"/>
              <a:pathLst>
                <a:path w="1855" h="403" extrusionOk="0">
                  <a:moveTo>
                    <a:pt x="73" y="0"/>
                  </a:moveTo>
                  <a:cubicBezTo>
                    <a:pt x="32" y="0"/>
                    <a:pt x="0" y="32"/>
                    <a:pt x="0" y="75"/>
                  </a:cubicBezTo>
                  <a:lnTo>
                    <a:pt x="0" y="330"/>
                  </a:lnTo>
                  <a:cubicBezTo>
                    <a:pt x="0" y="371"/>
                    <a:pt x="32" y="403"/>
                    <a:pt x="73" y="403"/>
                  </a:cubicBezTo>
                  <a:lnTo>
                    <a:pt x="1782" y="403"/>
                  </a:lnTo>
                  <a:cubicBezTo>
                    <a:pt x="1823" y="403"/>
                    <a:pt x="1855" y="371"/>
                    <a:pt x="1855" y="330"/>
                  </a:cubicBezTo>
                  <a:lnTo>
                    <a:pt x="1855" y="75"/>
                  </a:lnTo>
                  <a:cubicBezTo>
                    <a:pt x="1855" y="35"/>
                    <a:pt x="1823" y="0"/>
                    <a:pt x="1782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" name="Google Shape;3374;p30">
              <a:extLst>
                <a:ext uri="{FF2B5EF4-FFF2-40B4-BE49-F238E27FC236}">
                  <a16:creationId xmlns:a16="http://schemas.microsoft.com/office/drawing/2014/main" id="{51706516-CEF8-91E4-6D46-19E8FDE7F4E5}"/>
                </a:ext>
              </a:extLst>
            </p:cNvPr>
            <p:cNvSpPr/>
            <p:nvPr/>
          </p:nvSpPr>
          <p:spPr>
            <a:xfrm flipH="1">
              <a:off x="45520" y="3219762"/>
              <a:ext cx="520071" cy="354449"/>
            </a:xfrm>
            <a:custGeom>
              <a:avLst/>
              <a:gdLst/>
              <a:ahLst/>
              <a:cxnLst/>
              <a:rect l="l" t="t" r="r" b="b"/>
              <a:pathLst>
                <a:path w="1479" h="1008" extrusionOk="0">
                  <a:moveTo>
                    <a:pt x="1" y="1"/>
                  </a:moveTo>
                  <a:lnTo>
                    <a:pt x="35" y="316"/>
                  </a:lnTo>
                  <a:lnTo>
                    <a:pt x="99" y="888"/>
                  </a:lnTo>
                  <a:cubicBezTo>
                    <a:pt x="105" y="956"/>
                    <a:pt x="163" y="1008"/>
                    <a:pt x="232" y="1008"/>
                  </a:cubicBezTo>
                  <a:lnTo>
                    <a:pt x="1247" y="1008"/>
                  </a:lnTo>
                  <a:cubicBezTo>
                    <a:pt x="1316" y="1008"/>
                    <a:pt x="1373" y="956"/>
                    <a:pt x="1380" y="888"/>
                  </a:cubicBezTo>
                  <a:lnTo>
                    <a:pt x="1478" y="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" name="Google Shape;3375;p30">
              <a:extLst>
                <a:ext uri="{FF2B5EF4-FFF2-40B4-BE49-F238E27FC236}">
                  <a16:creationId xmlns:a16="http://schemas.microsoft.com/office/drawing/2014/main" id="{008F81A0-22D2-6AF3-B41A-08BABC3406DF}"/>
                </a:ext>
              </a:extLst>
            </p:cNvPr>
            <p:cNvSpPr/>
            <p:nvPr/>
          </p:nvSpPr>
          <p:spPr>
            <a:xfrm flipH="1">
              <a:off x="-284315" y="2102262"/>
              <a:ext cx="610441" cy="211333"/>
            </a:xfrm>
            <a:custGeom>
              <a:avLst/>
              <a:gdLst/>
              <a:ahLst/>
              <a:cxnLst/>
              <a:rect l="l" t="t" r="r" b="b"/>
              <a:pathLst>
                <a:path w="1736" h="601" extrusionOk="0">
                  <a:moveTo>
                    <a:pt x="861" y="1"/>
                  </a:moveTo>
                  <a:cubicBezTo>
                    <a:pt x="540" y="1"/>
                    <a:pt x="209" y="145"/>
                    <a:pt x="1" y="382"/>
                  </a:cubicBezTo>
                  <a:cubicBezTo>
                    <a:pt x="44" y="363"/>
                    <a:pt x="90" y="355"/>
                    <a:pt x="136" y="355"/>
                  </a:cubicBezTo>
                  <a:cubicBezTo>
                    <a:pt x="207" y="355"/>
                    <a:pt x="279" y="374"/>
                    <a:pt x="345" y="401"/>
                  </a:cubicBezTo>
                  <a:cubicBezTo>
                    <a:pt x="457" y="444"/>
                    <a:pt x="557" y="510"/>
                    <a:pt x="669" y="551"/>
                  </a:cubicBezTo>
                  <a:cubicBezTo>
                    <a:pt x="758" y="584"/>
                    <a:pt x="854" y="600"/>
                    <a:pt x="950" y="600"/>
                  </a:cubicBezTo>
                  <a:cubicBezTo>
                    <a:pt x="1067" y="600"/>
                    <a:pt x="1184" y="576"/>
                    <a:pt x="1290" y="527"/>
                  </a:cubicBezTo>
                  <a:cubicBezTo>
                    <a:pt x="1483" y="437"/>
                    <a:pt x="1660" y="262"/>
                    <a:pt x="1735" y="63"/>
                  </a:cubicBezTo>
                  <a:lnTo>
                    <a:pt x="1735" y="63"/>
                  </a:lnTo>
                  <a:cubicBezTo>
                    <a:pt x="1677" y="113"/>
                    <a:pt x="1600" y="133"/>
                    <a:pt x="1522" y="133"/>
                  </a:cubicBezTo>
                  <a:cubicBezTo>
                    <a:pt x="1491" y="133"/>
                    <a:pt x="1461" y="130"/>
                    <a:pt x="1431" y="125"/>
                  </a:cubicBezTo>
                  <a:cubicBezTo>
                    <a:pt x="1324" y="106"/>
                    <a:pt x="1226" y="63"/>
                    <a:pt x="1121" y="35"/>
                  </a:cubicBezTo>
                  <a:cubicBezTo>
                    <a:pt x="1037" y="12"/>
                    <a:pt x="949" y="1"/>
                    <a:pt x="861" y="1"/>
                  </a:cubicBezTo>
                  <a:close/>
                </a:path>
              </a:pathLst>
            </a:custGeom>
            <a:solidFill>
              <a:srgbClr val="FEBA63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" name="Google Shape;3376;p30">
              <a:extLst>
                <a:ext uri="{FF2B5EF4-FFF2-40B4-BE49-F238E27FC236}">
                  <a16:creationId xmlns:a16="http://schemas.microsoft.com/office/drawing/2014/main" id="{33072C7C-4431-A2B4-D3A8-436AF492AA3C}"/>
                </a:ext>
              </a:extLst>
            </p:cNvPr>
            <p:cNvSpPr/>
            <p:nvPr/>
          </p:nvSpPr>
          <p:spPr>
            <a:xfrm flipH="1">
              <a:off x="-438683" y="2538292"/>
              <a:ext cx="744415" cy="252124"/>
            </a:xfrm>
            <a:custGeom>
              <a:avLst/>
              <a:gdLst/>
              <a:ahLst/>
              <a:cxnLst/>
              <a:rect l="l" t="t" r="r" b="b"/>
              <a:pathLst>
                <a:path w="2117" h="717" extrusionOk="0">
                  <a:moveTo>
                    <a:pt x="2086" y="1"/>
                  </a:moveTo>
                  <a:lnTo>
                    <a:pt x="2086" y="1"/>
                  </a:lnTo>
                  <a:cubicBezTo>
                    <a:pt x="2067" y="91"/>
                    <a:pt x="2001" y="172"/>
                    <a:pt x="1919" y="213"/>
                  </a:cubicBezTo>
                  <a:cubicBezTo>
                    <a:pt x="1849" y="248"/>
                    <a:pt x="1769" y="261"/>
                    <a:pt x="1689" y="261"/>
                  </a:cubicBezTo>
                  <a:cubicBezTo>
                    <a:pt x="1676" y="261"/>
                    <a:pt x="1664" y="260"/>
                    <a:pt x="1652" y="260"/>
                  </a:cubicBezTo>
                  <a:cubicBezTo>
                    <a:pt x="1427" y="251"/>
                    <a:pt x="1213" y="161"/>
                    <a:pt x="988" y="148"/>
                  </a:cubicBezTo>
                  <a:cubicBezTo>
                    <a:pt x="969" y="147"/>
                    <a:pt x="950" y="147"/>
                    <a:pt x="930" y="147"/>
                  </a:cubicBezTo>
                  <a:cubicBezTo>
                    <a:pt x="563" y="147"/>
                    <a:pt x="210" y="359"/>
                    <a:pt x="0" y="662"/>
                  </a:cubicBezTo>
                  <a:cubicBezTo>
                    <a:pt x="81" y="577"/>
                    <a:pt x="172" y="533"/>
                    <a:pt x="275" y="533"/>
                  </a:cubicBezTo>
                  <a:cubicBezTo>
                    <a:pt x="290" y="533"/>
                    <a:pt x="306" y="534"/>
                    <a:pt x="322" y="536"/>
                  </a:cubicBezTo>
                  <a:cubicBezTo>
                    <a:pt x="442" y="551"/>
                    <a:pt x="553" y="607"/>
                    <a:pt x="669" y="647"/>
                  </a:cubicBezTo>
                  <a:cubicBezTo>
                    <a:pt x="803" y="694"/>
                    <a:pt x="945" y="716"/>
                    <a:pt x="1087" y="716"/>
                  </a:cubicBezTo>
                  <a:cubicBezTo>
                    <a:pt x="1360" y="716"/>
                    <a:pt x="1634" y="633"/>
                    <a:pt x="1855" y="474"/>
                  </a:cubicBezTo>
                  <a:cubicBezTo>
                    <a:pt x="1932" y="418"/>
                    <a:pt x="2003" y="354"/>
                    <a:pt x="2050" y="273"/>
                  </a:cubicBezTo>
                  <a:cubicBezTo>
                    <a:pt x="2097" y="191"/>
                    <a:pt x="2116" y="91"/>
                    <a:pt x="2086" y="1"/>
                  </a:cubicBezTo>
                  <a:close/>
                </a:path>
              </a:pathLst>
            </a:custGeom>
            <a:solidFill>
              <a:srgbClr val="FEBA63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" name="Google Shape;3377;p30">
              <a:extLst>
                <a:ext uri="{FF2B5EF4-FFF2-40B4-BE49-F238E27FC236}">
                  <a16:creationId xmlns:a16="http://schemas.microsoft.com/office/drawing/2014/main" id="{03E58B0A-CBC8-64F9-1A6A-7E47858CB77C}"/>
                </a:ext>
              </a:extLst>
            </p:cNvPr>
            <p:cNvSpPr/>
            <p:nvPr/>
          </p:nvSpPr>
          <p:spPr>
            <a:xfrm flipH="1">
              <a:off x="495966" y="2442646"/>
              <a:ext cx="652637" cy="199027"/>
            </a:xfrm>
            <a:custGeom>
              <a:avLst/>
              <a:gdLst/>
              <a:ahLst/>
              <a:cxnLst/>
              <a:rect l="l" t="t" r="r" b="b"/>
              <a:pathLst>
                <a:path w="1856" h="566" extrusionOk="0">
                  <a:moveTo>
                    <a:pt x="1856" y="178"/>
                  </a:moveTo>
                  <a:cubicBezTo>
                    <a:pt x="1825" y="189"/>
                    <a:pt x="1796" y="204"/>
                    <a:pt x="1767" y="221"/>
                  </a:cubicBezTo>
                  <a:lnTo>
                    <a:pt x="1767" y="221"/>
                  </a:lnTo>
                  <a:cubicBezTo>
                    <a:pt x="1768" y="221"/>
                    <a:pt x="1768" y="221"/>
                    <a:pt x="1768" y="221"/>
                  </a:cubicBezTo>
                  <a:lnTo>
                    <a:pt x="1856" y="178"/>
                  </a:ln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78" y="151"/>
                    <a:pt x="159" y="307"/>
                    <a:pt x="292" y="408"/>
                  </a:cubicBezTo>
                  <a:cubicBezTo>
                    <a:pt x="388" y="483"/>
                    <a:pt x="506" y="521"/>
                    <a:pt x="626" y="545"/>
                  </a:cubicBezTo>
                  <a:cubicBezTo>
                    <a:pt x="702" y="559"/>
                    <a:pt x="779" y="565"/>
                    <a:pt x="856" y="565"/>
                  </a:cubicBezTo>
                  <a:cubicBezTo>
                    <a:pt x="1111" y="565"/>
                    <a:pt x="1366" y="491"/>
                    <a:pt x="1579" y="350"/>
                  </a:cubicBezTo>
                  <a:cubicBezTo>
                    <a:pt x="1642" y="308"/>
                    <a:pt x="1703" y="259"/>
                    <a:pt x="1767" y="221"/>
                  </a:cubicBezTo>
                  <a:lnTo>
                    <a:pt x="1767" y="221"/>
                  </a:lnTo>
                  <a:cubicBezTo>
                    <a:pt x="1691" y="77"/>
                    <a:pt x="1508" y="8"/>
                    <a:pt x="1336" y="8"/>
                  </a:cubicBezTo>
                  <a:cubicBezTo>
                    <a:pt x="1295" y="8"/>
                    <a:pt x="1255" y="12"/>
                    <a:pt x="1217" y="20"/>
                  </a:cubicBezTo>
                  <a:cubicBezTo>
                    <a:pt x="1022" y="61"/>
                    <a:pt x="843" y="159"/>
                    <a:pt x="643" y="187"/>
                  </a:cubicBezTo>
                  <a:cubicBezTo>
                    <a:pt x="603" y="193"/>
                    <a:pt x="563" y="195"/>
                    <a:pt x="523" y="195"/>
                  </a:cubicBezTo>
                  <a:cubicBezTo>
                    <a:pt x="332" y="195"/>
                    <a:pt x="144" y="132"/>
                    <a:pt x="1" y="1"/>
                  </a:cubicBezTo>
                  <a:close/>
                </a:path>
              </a:pathLst>
            </a:custGeom>
            <a:solidFill>
              <a:srgbClr val="FEBA6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" name="Google Shape;3378;p30">
              <a:extLst>
                <a:ext uri="{FF2B5EF4-FFF2-40B4-BE49-F238E27FC236}">
                  <a16:creationId xmlns:a16="http://schemas.microsoft.com/office/drawing/2014/main" id="{19FBAE82-1A14-8B3B-B08E-EBB1ACBD45EB}"/>
                </a:ext>
              </a:extLst>
            </p:cNvPr>
            <p:cNvSpPr/>
            <p:nvPr/>
          </p:nvSpPr>
          <p:spPr>
            <a:xfrm flipH="1">
              <a:off x="495966" y="2435262"/>
              <a:ext cx="652637" cy="220124"/>
            </a:xfrm>
            <a:custGeom>
              <a:avLst/>
              <a:gdLst/>
              <a:ahLst/>
              <a:cxnLst/>
              <a:rect l="l" t="t" r="r" b="b"/>
              <a:pathLst>
                <a:path w="1856" h="626" fill="none" extrusionOk="0">
                  <a:moveTo>
                    <a:pt x="1856" y="199"/>
                  </a:moveTo>
                  <a:cubicBezTo>
                    <a:pt x="1755" y="236"/>
                    <a:pt x="1669" y="311"/>
                    <a:pt x="1579" y="371"/>
                  </a:cubicBezTo>
                  <a:cubicBezTo>
                    <a:pt x="1301" y="555"/>
                    <a:pt x="952" y="626"/>
                    <a:pt x="626" y="566"/>
                  </a:cubicBezTo>
                  <a:cubicBezTo>
                    <a:pt x="506" y="542"/>
                    <a:pt x="388" y="504"/>
                    <a:pt x="292" y="429"/>
                  </a:cubicBezTo>
                  <a:cubicBezTo>
                    <a:pt x="159" y="328"/>
                    <a:pt x="78" y="172"/>
                    <a:pt x="1" y="22"/>
                  </a:cubicBezTo>
                  <a:cubicBezTo>
                    <a:pt x="174" y="180"/>
                    <a:pt x="412" y="240"/>
                    <a:pt x="643" y="208"/>
                  </a:cubicBezTo>
                  <a:cubicBezTo>
                    <a:pt x="843" y="180"/>
                    <a:pt x="1022" y="82"/>
                    <a:pt x="1217" y="41"/>
                  </a:cubicBezTo>
                  <a:cubicBezTo>
                    <a:pt x="1414" y="0"/>
                    <a:pt x="1674" y="64"/>
                    <a:pt x="1768" y="24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" name="Google Shape;3379;p30">
              <a:extLst>
                <a:ext uri="{FF2B5EF4-FFF2-40B4-BE49-F238E27FC236}">
                  <a16:creationId xmlns:a16="http://schemas.microsoft.com/office/drawing/2014/main" id="{549D48D3-77DE-95F8-E3D1-9095745145D3}"/>
                </a:ext>
              </a:extLst>
            </p:cNvPr>
            <p:cNvSpPr/>
            <p:nvPr/>
          </p:nvSpPr>
          <p:spPr>
            <a:xfrm flipH="1">
              <a:off x="306082" y="2481678"/>
              <a:ext cx="190236" cy="60129"/>
            </a:xfrm>
            <a:custGeom>
              <a:avLst/>
              <a:gdLst/>
              <a:ahLst/>
              <a:cxnLst/>
              <a:rect l="l" t="t" r="r" b="b"/>
              <a:pathLst>
                <a:path w="541" h="171" fill="none" extrusionOk="0">
                  <a:moveTo>
                    <a:pt x="540" y="170"/>
                  </a:moveTo>
                  <a:cubicBezTo>
                    <a:pt x="386" y="57"/>
                    <a:pt x="180" y="1"/>
                    <a:pt x="1" y="67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" name="Google Shape;3380;p30">
              <a:extLst>
                <a:ext uri="{FF2B5EF4-FFF2-40B4-BE49-F238E27FC236}">
                  <a16:creationId xmlns:a16="http://schemas.microsoft.com/office/drawing/2014/main" id="{091F2DC8-56EC-53EC-9DD8-9852409EFDF2}"/>
                </a:ext>
              </a:extLst>
            </p:cNvPr>
            <p:cNvSpPr/>
            <p:nvPr/>
          </p:nvSpPr>
          <p:spPr>
            <a:xfrm flipH="1">
              <a:off x="347576" y="1601533"/>
              <a:ext cx="394888" cy="522884"/>
            </a:xfrm>
            <a:custGeom>
              <a:avLst/>
              <a:gdLst/>
              <a:ahLst/>
              <a:cxnLst/>
              <a:rect l="l" t="t" r="r" b="b"/>
              <a:pathLst>
                <a:path w="1123" h="1487" extrusionOk="0">
                  <a:moveTo>
                    <a:pt x="37" y="0"/>
                  </a:moveTo>
                  <a:lnTo>
                    <a:pt x="37" y="0"/>
                  </a:lnTo>
                  <a:cubicBezTo>
                    <a:pt x="17" y="249"/>
                    <a:pt x="0" y="499"/>
                    <a:pt x="49" y="743"/>
                  </a:cubicBezTo>
                  <a:cubicBezTo>
                    <a:pt x="99" y="988"/>
                    <a:pt x="225" y="1225"/>
                    <a:pt x="439" y="1354"/>
                  </a:cubicBezTo>
                  <a:cubicBezTo>
                    <a:pt x="613" y="1459"/>
                    <a:pt x="825" y="1478"/>
                    <a:pt x="1028" y="1487"/>
                  </a:cubicBezTo>
                  <a:cubicBezTo>
                    <a:pt x="1069" y="1270"/>
                    <a:pt x="1123" y="990"/>
                    <a:pt x="1003" y="806"/>
                  </a:cubicBezTo>
                  <a:cubicBezTo>
                    <a:pt x="934" y="699"/>
                    <a:pt x="823" y="628"/>
                    <a:pt x="718" y="559"/>
                  </a:cubicBezTo>
                  <a:cubicBezTo>
                    <a:pt x="570" y="467"/>
                    <a:pt x="424" y="375"/>
                    <a:pt x="277" y="281"/>
                  </a:cubicBezTo>
                  <a:cubicBezTo>
                    <a:pt x="172" y="214"/>
                    <a:pt x="54" y="125"/>
                    <a:pt x="37" y="0"/>
                  </a:cubicBezTo>
                  <a:close/>
                </a:path>
              </a:pathLst>
            </a:custGeom>
            <a:solidFill>
              <a:srgbClr val="FEBA63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" name="Google Shape;3381;p30">
              <a:extLst>
                <a:ext uri="{FF2B5EF4-FFF2-40B4-BE49-F238E27FC236}">
                  <a16:creationId xmlns:a16="http://schemas.microsoft.com/office/drawing/2014/main" id="{5BAE3B06-DDFF-9A22-F893-5F77BC054115}"/>
                </a:ext>
              </a:extLst>
            </p:cNvPr>
            <p:cNvSpPr/>
            <p:nvPr/>
          </p:nvSpPr>
          <p:spPr>
            <a:xfrm flipH="1">
              <a:off x="70486" y="3219762"/>
              <a:ext cx="495104" cy="111117"/>
            </a:xfrm>
            <a:custGeom>
              <a:avLst/>
              <a:gdLst/>
              <a:ahLst/>
              <a:cxnLst/>
              <a:rect l="l" t="t" r="r" b="b"/>
              <a:pathLst>
                <a:path w="1408" h="316" extrusionOk="0">
                  <a:moveTo>
                    <a:pt x="1" y="1"/>
                  </a:moveTo>
                  <a:lnTo>
                    <a:pt x="35" y="316"/>
                  </a:lnTo>
                  <a:cubicBezTo>
                    <a:pt x="429" y="151"/>
                    <a:pt x="1408" y="1"/>
                    <a:pt x="1408" y="1"/>
                  </a:cubicBezTo>
                  <a:close/>
                </a:path>
              </a:pathLst>
            </a:custGeom>
            <a:solidFill>
              <a:srgbClr val="59595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" name="Google Shape;3382;p30">
              <a:extLst>
                <a:ext uri="{FF2B5EF4-FFF2-40B4-BE49-F238E27FC236}">
                  <a16:creationId xmlns:a16="http://schemas.microsoft.com/office/drawing/2014/main" id="{3E015ED3-776D-0051-D54D-1C18DFFB1AD9}"/>
                </a:ext>
              </a:extLst>
            </p:cNvPr>
            <p:cNvSpPr/>
            <p:nvPr/>
          </p:nvSpPr>
          <p:spPr>
            <a:xfrm flipH="1">
              <a:off x="384498" y="1737616"/>
              <a:ext cx="305924" cy="386800"/>
            </a:xfrm>
            <a:custGeom>
              <a:avLst/>
              <a:gdLst/>
              <a:ahLst/>
              <a:cxnLst/>
              <a:rect l="l" t="t" r="r" b="b"/>
              <a:pathLst>
                <a:path w="870" h="1100" fill="none" extrusionOk="0">
                  <a:moveTo>
                    <a:pt x="0" y="1"/>
                  </a:moveTo>
                  <a:cubicBezTo>
                    <a:pt x="15" y="119"/>
                    <a:pt x="81" y="224"/>
                    <a:pt x="152" y="320"/>
                  </a:cubicBezTo>
                  <a:cubicBezTo>
                    <a:pt x="261" y="466"/>
                    <a:pt x="386" y="601"/>
                    <a:pt x="523" y="721"/>
                  </a:cubicBezTo>
                  <a:cubicBezTo>
                    <a:pt x="653" y="834"/>
                    <a:pt x="799" y="941"/>
                    <a:pt x="870" y="110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" name="Google Shape;3383;p30">
              <a:extLst>
                <a:ext uri="{FF2B5EF4-FFF2-40B4-BE49-F238E27FC236}">
                  <a16:creationId xmlns:a16="http://schemas.microsoft.com/office/drawing/2014/main" id="{7F299DD4-DB75-49B9-7B8E-D55BFA631314}"/>
                </a:ext>
              </a:extLst>
            </p:cNvPr>
            <p:cNvSpPr/>
            <p:nvPr/>
          </p:nvSpPr>
          <p:spPr>
            <a:xfrm flipH="1">
              <a:off x="532888" y="2512622"/>
              <a:ext cx="470841" cy="78767"/>
            </a:xfrm>
            <a:custGeom>
              <a:avLst/>
              <a:gdLst/>
              <a:ahLst/>
              <a:cxnLst/>
              <a:rect l="l" t="t" r="r" b="b"/>
              <a:pathLst>
                <a:path w="1339" h="224" fill="none" extrusionOk="0">
                  <a:moveTo>
                    <a:pt x="0" y="106"/>
                  </a:moveTo>
                  <a:cubicBezTo>
                    <a:pt x="122" y="200"/>
                    <a:pt x="287" y="224"/>
                    <a:pt x="439" y="206"/>
                  </a:cubicBezTo>
                  <a:cubicBezTo>
                    <a:pt x="591" y="187"/>
                    <a:pt x="737" y="131"/>
                    <a:pt x="885" y="86"/>
                  </a:cubicBezTo>
                  <a:cubicBezTo>
                    <a:pt x="1032" y="39"/>
                    <a:pt x="1184" y="1"/>
                    <a:pt x="1339" y="18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" name="Google Shape;3384;p30">
              <a:extLst>
                <a:ext uri="{FF2B5EF4-FFF2-40B4-BE49-F238E27FC236}">
                  <a16:creationId xmlns:a16="http://schemas.microsoft.com/office/drawing/2014/main" id="{06573EAF-419A-BA69-51AC-09806006E22F}"/>
                </a:ext>
              </a:extLst>
            </p:cNvPr>
            <p:cNvSpPr/>
            <p:nvPr/>
          </p:nvSpPr>
          <p:spPr>
            <a:xfrm flipH="1">
              <a:off x="-181988" y="2171534"/>
              <a:ext cx="508115" cy="65053"/>
            </a:xfrm>
            <a:custGeom>
              <a:avLst/>
              <a:gdLst/>
              <a:ahLst/>
              <a:cxnLst/>
              <a:rect l="l" t="t" r="r" b="b"/>
              <a:pathLst>
                <a:path w="1445" h="185" fill="none" extrusionOk="0">
                  <a:moveTo>
                    <a:pt x="1" y="185"/>
                  </a:moveTo>
                  <a:cubicBezTo>
                    <a:pt x="232" y="46"/>
                    <a:pt x="502" y="1"/>
                    <a:pt x="746" y="52"/>
                  </a:cubicBezTo>
                  <a:cubicBezTo>
                    <a:pt x="866" y="78"/>
                    <a:pt x="979" y="127"/>
                    <a:pt x="1099" y="146"/>
                  </a:cubicBezTo>
                  <a:cubicBezTo>
                    <a:pt x="1221" y="168"/>
                    <a:pt x="1356" y="153"/>
                    <a:pt x="1444" y="65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" name="Google Shape;3385;p30">
              <a:extLst>
                <a:ext uri="{FF2B5EF4-FFF2-40B4-BE49-F238E27FC236}">
                  <a16:creationId xmlns:a16="http://schemas.microsoft.com/office/drawing/2014/main" id="{A9451A41-73BA-F4ED-C62E-81B7339F69C7}"/>
                </a:ext>
              </a:extLst>
            </p:cNvPr>
            <p:cNvSpPr/>
            <p:nvPr/>
          </p:nvSpPr>
          <p:spPr>
            <a:xfrm flipH="1">
              <a:off x="-294159" y="2656441"/>
              <a:ext cx="578793" cy="90723"/>
            </a:xfrm>
            <a:custGeom>
              <a:avLst/>
              <a:gdLst/>
              <a:ahLst/>
              <a:cxnLst/>
              <a:rect l="l" t="t" r="r" b="b"/>
              <a:pathLst>
                <a:path w="1646" h="258" fill="none" extrusionOk="0">
                  <a:moveTo>
                    <a:pt x="0" y="258"/>
                  </a:moveTo>
                  <a:cubicBezTo>
                    <a:pt x="287" y="31"/>
                    <a:pt x="741" y="1"/>
                    <a:pt x="1086" y="84"/>
                  </a:cubicBezTo>
                  <a:cubicBezTo>
                    <a:pt x="1155" y="102"/>
                    <a:pt x="1221" y="123"/>
                    <a:pt x="1292" y="132"/>
                  </a:cubicBezTo>
                  <a:cubicBezTo>
                    <a:pt x="1412" y="144"/>
                    <a:pt x="1532" y="119"/>
                    <a:pt x="1645" y="7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" name="Google Shape;3386;p30">
              <a:extLst>
                <a:ext uri="{FF2B5EF4-FFF2-40B4-BE49-F238E27FC236}">
                  <a16:creationId xmlns:a16="http://schemas.microsoft.com/office/drawing/2014/main" id="{5D282F05-03D2-FBE0-9486-D73FCE47F0DB}"/>
                </a:ext>
              </a:extLst>
            </p:cNvPr>
            <p:cNvSpPr/>
            <p:nvPr/>
          </p:nvSpPr>
          <p:spPr>
            <a:xfrm flipH="1">
              <a:off x="425288" y="1875457"/>
              <a:ext cx="33405" cy="170544"/>
            </a:xfrm>
            <a:custGeom>
              <a:avLst/>
              <a:gdLst/>
              <a:ahLst/>
              <a:cxnLst/>
              <a:rect l="l" t="t" r="r" b="b"/>
              <a:pathLst>
                <a:path w="95" h="485" fill="none" extrusionOk="0">
                  <a:moveTo>
                    <a:pt x="1" y="1"/>
                  </a:moveTo>
                  <a:cubicBezTo>
                    <a:pt x="78" y="149"/>
                    <a:pt x="95" y="326"/>
                    <a:pt x="48" y="485"/>
                  </a:cubicBezTo>
                  <a:cubicBezTo>
                    <a:pt x="48" y="476"/>
                    <a:pt x="48" y="468"/>
                    <a:pt x="50" y="45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" name="Google Shape;3387;p30">
              <a:extLst>
                <a:ext uri="{FF2B5EF4-FFF2-40B4-BE49-F238E27FC236}">
                  <a16:creationId xmlns:a16="http://schemas.microsoft.com/office/drawing/2014/main" id="{9951AF97-8574-5AC4-22C2-4B1554BFE627}"/>
                </a:ext>
              </a:extLst>
            </p:cNvPr>
            <p:cNvSpPr/>
            <p:nvPr/>
          </p:nvSpPr>
          <p:spPr>
            <a:xfrm flipH="1">
              <a:off x="498077" y="1840293"/>
              <a:ext cx="27428" cy="146984"/>
            </a:xfrm>
            <a:custGeom>
              <a:avLst/>
              <a:gdLst/>
              <a:ahLst/>
              <a:cxnLst/>
              <a:rect l="l" t="t" r="r" b="b"/>
              <a:pathLst>
                <a:path w="78" h="418" fill="none" extrusionOk="0">
                  <a:moveTo>
                    <a:pt x="0" y="0"/>
                  </a:moveTo>
                  <a:cubicBezTo>
                    <a:pt x="62" y="129"/>
                    <a:pt x="77" y="279"/>
                    <a:pt x="43" y="418"/>
                  </a:cubicBezTo>
                  <a:cubicBezTo>
                    <a:pt x="47" y="411"/>
                    <a:pt x="47" y="403"/>
                    <a:pt x="47" y="39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" name="Google Shape;3388;p30">
              <a:extLst>
                <a:ext uri="{FF2B5EF4-FFF2-40B4-BE49-F238E27FC236}">
                  <a16:creationId xmlns:a16="http://schemas.microsoft.com/office/drawing/2014/main" id="{A6BCFD3E-BC46-FBD3-D610-C01208171DBB}"/>
                </a:ext>
              </a:extLst>
            </p:cNvPr>
            <p:cNvSpPr/>
            <p:nvPr/>
          </p:nvSpPr>
          <p:spPr>
            <a:xfrm flipH="1">
              <a:off x="579656" y="1803372"/>
              <a:ext cx="14417" cy="98809"/>
            </a:xfrm>
            <a:custGeom>
              <a:avLst/>
              <a:gdLst/>
              <a:ahLst/>
              <a:cxnLst/>
              <a:rect l="l" t="t" r="r" b="b"/>
              <a:pathLst>
                <a:path w="41" h="281" fill="none" extrusionOk="0">
                  <a:moveTo>
                    <a:pt x="0" y="0"/>
                  </a:moveTo>
                  <a:cubicBezTo>
                    <a:pt x="37" y="88"/>
                    <a:pt x="41" y="189"/>
                    <a:pt x="11" y="28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" name="Google Shape;3390;p30">
              <a:extLst>
                <a:ext uri="{FF2B5EF4-FFF2-40B4-BE49-F238E27FC236}">
                  <a16:creationId xmlns:a16="http://schemas.microsoft.com/office/drawing/2014/main" id="{E11F5617-0659-6C85-8F43-F4E77C79D13A}"/>
                </a:ext>
              </a:extLst>
            </p:cNvPr>
            <p:cNvSpPr/>
            <p:nvPr/>
          </p:nvSpPr>
          <p:spPr>
            <a:xfrm flipH="1">
              <a:off x="563833" y="1921521"/>
              <a:ext cx="92832" cy="22153"/>
            </a:xfrm>
            <a:custGeom>
              <a:avLst/>
              <a:gdLst/>
              <a:ahLst/>
              <a:cxnLst/>
              <a:rect l="l" t="t" r="r" b="b"/>
              <a:pathLst>
                <a:path w="264" h="63" fill="none" extrusionOk="0">
                  <a:moveTo>
                    <a:pt x="0" y="1"/>
                  </a:moveTo>
                  <a:cubicBezTo>
                    <a:pt x="77" y="48"/>
                    <a:pt x="176" y="63"/>
                    <a:pt x="264" y="3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" name="Google Shape;3391;p30">
              <a:extLst>
                <a:ext uri="{FF2B5EF4-FFF2-40B4-BE49-F238E27FC236}">
                  <a16:creationId xmlns:a16="http://schemas.microsoft.com/office/drawing/2014/main" id="{085AE988-F9F8-F75B-F4F9-BC13CCF597F6}"/>
                </a:ext>
              </a:extLst>
            </p:cNvPr>
            <p:cNvSpPr/>
            <p:nvPr/>
          </p:nvSpPr>
          <p:spPr>
            <a:xfrm flipH="1">
              <a:off x="480142" y="2014002"/>
              <a:ext cx="121667" cy="17231"/>
            </a:xfrm>
            <a:custGeom>
              <a:avLst/>
              <a:gdLst/>
              <a:ahLst/>
              <a:cxnLst/>
              <a:rect l="l" t="t" r="r" b="b"/>
              <a:pathLst>
                <a:path w="346" h="49" fill="none" extrusionOk="0">
                  <a:moveTo>
                    <a:pt x="1" y="1"/>
                  </a:moveTo>
                  <a:cubicBezTo>
                    <a:pt x="110" y="44"/>
                    <a:pt x="234" y="48"/>
                    <a:pt x="346" y="14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" name="Google Shape;3392;p30">
              <a:extLst>
                <a:ext uri="{FF2B5EF4-FFF2-40B4-BE49-F238E27FC236}">
                  <a16:creationId xmlns:a16="http://schemas.microsoft.com/office/drawing/2014/main" id="{D2A4C902-823F-01DA-1FBC-658668042BE2}"/>
                </a:ext>
              </a:extLst>
            </p:cNvPr>
            <p:cNvSpPr/>
            <p:nvPr/>
          </p:nvSpPr>
          <p:spPr>
            <a:xfrm flipH="1">
              <a:off x="935161" y="2537588"/>
              <a:ext cx="25669" cy="42548"/>
            </a:xfrm>
            <a:custGeom>
              <a:avLst/>
              <a:gdLst/>
              <a:ahLst/>
              <a:cxnLst/>
              <a:rect l="l" t="t" r="r" b="b"/>
              <a:pathLst>
                <a:path w="73" h="121" fill="none" extrusionOk="0">
                  <a:moveTo>
                    <a:pt x="0" y="0"/>
                  </a:moveTo>
                  <a:cubicBezTo>
                    <a:pt x="32" y="35"/>
                    <a:pt x="58" y="75"/>
                    <a:pt x="73" y="12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" name="Google Shape;3393;p30">
              <a:extLst>
                <a:ext uri="{FF2B5EF4-FFF2-40B4-BE49-F238E27FC236}">
                  <a16:creationId xmlns:a16="http://schemas.microsoft.com/office/drawing/2014/main" id="{5213DB66-1330-BBCC-2F93-FC6D544F01A5}"/>
                </a:ext>
              </a:extLst>
            </p:cNvPr>
            <p:cNvSpPr/>
            <p:nvPr/>
          </p:nvSpPr>
          <p:spPr>
            <a:xfrm flipH="1">
              <a:off x="867998" y="2532313"/>
              <a:ext cx="42548" cy="51691"/>
            </a:xfrm>
            <a:custGeom>
              <a:avLst/>
              <a:gdLst/>
              <a:ahLst/>
              <a:cxnLst/>
              <a:rect l="l" t="t" r="r" b="b"/>
              <a:pathLst>
                <a:path w="121" h="147" fill="none" extrusionOk="0">
                  <a:moveTo>
                    <a:pt x="1" y="0"/>
                  </a:moveTo>
                  <a:cubicBezTo>
                    <a:pt x="50" y="39"/>
                    <a:pt x="93" y="90"/>
                    <a:pt x="121" y="14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" name="Google Shape;3394;p30">
              <a:extLst>
                <a:ext uri="{FF2B5EF4-FFF2-40B4-BE49-F238E27FC236}">
                  <a16:creationId xmlns:a16="http://schemas.microsoft.com/office/drawing/2014/main" id="{3F1D0F7E-3910-A98A-6AB7-2F04600063D4}"/>
                </a:ext>
              </a:extLst>
            </p:cNvPr>
            <p:cNvSpPr/>
            <p:nvPr/>
          </p:nvSpPr>
          <p:spPr>
            <a:xfrm flipH="1">
              <a:off x="798022" y="2513325"/>
              <a:ext cx="38680" cy="58372"/>
            </a:xfrm>
            <a:custGeom>
              <a:avLst/>
              <a:gdLst/>
              <a:ahLst/>
              <a:cxnLst/>
              <a:rect l="l" t="t" r="r" b="b"/>
              <a:pathLst>
                <a:path w="110" h="166" fill="none" extrusionOk="0">
                  <a:moveTo>
                    <a:pt x="1" y="1"/>
                  </a:moveTo>
                  <a:cubicBezTo>
                    <a:pt x="48" y="48"/>
                    <a:pt x="86" y="104"/>
                    <a:pt x="110" y="16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" name="Google Shape;3395;p30">
              <a:extLst>
                <a:ext uri="{FF2B5EF4-FFF2-40B4-BE49-F238E27FC236}">
                  <a16:creationId xmlns:a16="http://schemas.microsoft.com/office/drawing/2014/main" id="{3C9259D6-36C0-6622-2AD4-12D07931EA79}"/>
                </a:ext>
              </a:extLst>
            </p:cNvPr>
            <p:cNvSpPr/>
            <p:nvPr/>
          </p:nvSpPr>
          <p:spPr>
            <a:xfrm flipH="1">
              <a:off x="731562" y="2490820"/>
              <a:ext cx="39032" cy="62240"/>
            </a:xfrm>
            <a:custGeom>
              <a:avLst/>
              <a:gdLst/>
              <a:ahLst/>
              <a:cxnLst/>
              <a:rect l="l" t="t" r="r" b="b"/>
              <a:pathLst>
                <a:path w="111" h="177" fill="none" extrusionOk="0">
                  <a:moveTo>
                    <a:pt x="1" y="1"/>
                  </a:moveTo>
                  <a:cubicBezTo>
                    <a:pt x="55" y="46"/>
                    <a:pt x="93" y="108"/>
                    <a:pt x="110" y="17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" name="Google Shape;3396;p30">
              <a:extLst>
                <a:ext uri="{FF2B5EF4-FFF2-40B4-BE49-F238E27FC236}">
                  <a16:creationId xmlns:a16="http://schemas.microsoft.com/office/drawing/2014/main" id="{8BE9D0B8-BD5A-A294-2032-8E3745D4DCEB}"/>
                </a:ext>
              </a:extLst>
            </p:cNvPr>
            <p:cNvSpPr/>
            <p:nvPr/>
          </p:nvSpPr>
          <p:spPr>
            <a:xfrm flipH="1">
              <a:off x="657016" y="2473590"/>
              <a:ext cx="29889" cy="53097"/>
            </a:xfrm>
            <a:custGeom>
              <a:avLst/>
              <a:gdLst/>
              <a:ahLst/>
              <a:cxnLst/>
              <a:rect l="l" t="t" r="r" b="b"/>
              <a:pathLst>
                <a:path w="85" h="151" fill="none" extrusionOk="0">
                  <a:moveTo>
                    <a:pt x="1" y="0"/>
                  </a:moveTo>
                  <a:cubicBezTo>
                    <a:pt x="46" y="39"/>
                    <a:pt x="76" y="93"/>
                    <a:pt x="84" y="15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" name="Google Shape;3397;p30">
              <a:extLst>
                <a:ext uri="{FF2B5EF4-FFF2-40B4-BE49-F238E27FC236}">
                  <a16:creationId xmlns:a16="http://schemas.microsoft.com/office/drawing/2014/main" id="{39625815-E35D-6A16-1F91-B8D9E9E8D340}"/>
                </a:ext>
              </a:extLst>
            </p:cNvPr>
            <p:cNvSpPr/>
            <p:nvPr/>
          </p:nvSpPr>
          <p:spPr>
            <a:xfrm flipH="1">
              <a:off x="607436" y="2489414"/>
              <a:ext cx="10197" cy="26724"/>
            </a:xfrm>
            <a:custGeom>
              <a:avLst/>
              <a:gdLst/>
              <a:ahLst/>
              <a:cxnLst/>
              <a:rect l="l" t="t" r="r" b="b"/>
              <a:pathLst>
                <a:path w="29" h="76" fill="none" extrusionOk="0">
                  <a:moveTo>
                    <a:pt x="1" y="0"/>
                  </a:moveTo>
                  <a:cubicBezTo>
                    <a:pt x="18" y="22"/>
                    <a:pt x="29" y="48"/>
                    <a:pt x="29" y="75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" name="Google Shape;3398;p30">
              <a:extLst>
                <a:ext uri="{FF2B5EF4-FFF2-40B4-BE49-F238E27FC236}">
                  <a16:creationId xmlns:a16="http://schemas.microsoft.com/office/drawing/2014/main" id="{BFD41AB1-682A-3102-36FF-9114544CABC8}"/>
                </a:ext>
              </a:extLst>
            </p:cNvPr>
            <p:cNvSpPr/>
            <p:nvPr/>
          </p:nvSpPr>
          <p:spPr>
            <a:xfrm flipH="1">
              <a:off x="894370" y="2591037"/>
              <a:ext cx="22153" cy="20043"/>
            </a:xfrm>
            <a:custGeom>
              <a:avLst/>
              <a:gdLst/>
              <a:ahLst/>
              <a:cxnLst/>
              <a:rect l="l" t="t" r="r" b="b"/>
              <a:pathLst>
                <a:path w="63" h="57" fill="none" extrusionOk="0">
                  <a:moveTo>
                    <a:pt x="0" y="56"/>
                  </a:moveTo>
                  <a:cubicBezTo>
                    <a:pt x="24" y="41"/>
                    <a:pt x="45" y="22"/>
                    <a:pt x="63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" name="Google Shape;3399;p30">
              <a:extLst>
                <a:ext uri="{FF2B5EF4-FFF2-40B4-BE49-F238E27FC236}">
                  <a16:creationId xmlns:a16="http://schemas.microsoft.com/office/drawing/2014/main" id="{5EC024B9-11E8-457F-B095-7FE4C68E4349}"/>
                </a:ext>
              </a:extLst>
            </p:cNvPr>
            <p:cNvSpPr/>
            <p:nvPr/>
          </p:nvSpPr>
          <p:spPr>
            <a:xfrm flipH="1">
              <a:off x="824394" y="2585762"/>
              <a:ext cx="20747" cy="35164"/>
            </a:xfrm>
            <a:custGeom>
              <a:avLst/>
              <a:gdLst/>
              <a:ahLst/>
              <a:cxnLst/>
              <a:rect l="l" t="t" r="r" b="b"/>
              <a:pathLst>
                <a:path w="59" h="100" fill="none" extrusionOk="0">
                  <a:moveTo>
                    <a:pt x="1" y="99"/>
                  </a:moveTo>
                  <a:cubicBezTo>
                    <a:pt x="27" y="71"/>
                    <a:pt x="48" y="37"/>
                    <a:pt x="59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" name="Google Shape;3400;p30">
              <a:extLst>
                <a:ext uri="{FF2B5EF4-FFF2-40B4-BE49-F238E27FC236}">
                  <a16:creationId xmlns:a16="http://schemas.microsoft.com/office/drawing/2014/main" id="{4ADAB66F-BC78-B912-0553-C09BB881FEF8}"/>
                </a:ext>
              </a:extLst>
            </p:cNvPr>
            <p:cNvSpPr/>
            <p:nvPr/>
          </p:nvSpPr>
          <p:spPr>
            <a:xfrm flipH="1">
              <a:off x="755826" y="2567125"/>
              <a:ext cx="11604" cy="34812"/>
            </a:xfrm>
            <a:custGeom>
              <a:avLst/>
              <a:gdLst/>
              <a:ahLst/>
              <a:cxnLst/>
              <a:rect l="l" t="t" r="r" b="b"/>
              <a:pathLst>
                <a:path w="33" h="99" fill="none" extrusionOk="0">
                  <a:moveTo>
                    <a:pt x="1" y="99"/>
                  </a:moveTo>
                  <a:cubicBezTo>
                    <a:pt x="16" y="69"/>
                    <a:pt x="26" y="34"/>
                    <a:pt x="33" y="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" name="Google Shape;3401;p30">
              <a:extLst>
                <a:ext uri="{FF2B5EF4-FFF2-40B4-BE49-F238E27FC236}">
                  <a16:creationId xmlns:a16="http://schemas.microsoft.com/office/drawing/2014/main" id="{805A516D-DD39-CE13-8E1B-DC93A83D6A01}"/>
                </a:ext>
              </a:extLst>
            </p:cNvPr>
            <p:cNvSpPr/>
            <p:nvPr/>
          </p:nvSpPr>
          <p:spPr>
            <a:xfrm flipH="1">
              <a:off x="691125" y="2544269"/>
              <a:ext cx="14417" cy="35164"/>
            </a:xfrm>
            <a:custGeom>
              <a:avLst/>
              <a:gdLst/>
              <a:ahLst/>
              <a:cxnLst/>
              <a:rect l="l" t="t" r="r" b="b"/>
              <a:pathLst>
                <a:path w="41" h="100" fill="none" extrusionOk="0">
                  <a:moveTo>
                    <a:pt x="0" y="99"/>
                  </a:moveTo>
                  <a:cubicBezTo>
                    <a:pt x="13" y="67"/>
                    <a:pt x="26" y="35"/>
                    <a:pt x="41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" name="Google Shape;3402;p30">
              <a:extLst>
                <a:ext uri="{FF2B5EF4-FFF2-40B4-BE49-F238E27FC236}">
                  <a16:creationId xmlns:a16="http://schemas.microsoft.com/office/drawing/2014/main" id="{2B0D917E-5029-CCA8-D86F-9546659A2629}"/>
                </a:ext>
              </a:extLst>
            </p:cNvPr>
            <p:cNvSpPr/>
            <p:nvPr/>
          </p:nvSpPr>
          <p:spPr>
            <a:xfrm flipH="1">
              <a:off x="627830" y="2527742"/>
              <a:ext cx="13713" cy="29889"/>
            </a:xfrm>
            <a:custGeom>
              <a:avLst/>
              <a:gdLst/>
              <a:ahLst/>
              <a:cxnLst/>
              <a:rect l="l" t="t" r="r" b="b"/>
              <a:pathLst>
                <a:path w="39" h="85" fill="none" extrusionOk="0">
                  <a:moveTo>
                    <a:pt x="0" y="84"/>
                  </a:moveTo>
                  <a:cubicBezTo>
                    <a:pt x="13" y="56"/>
                    <a:pt x="26" y="28"/>
                    <a:pt x="39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" name="Google Shape;3403;p30">
              <a:extLst>
                <a:ext uri="{FF2B5EF4-FFF2-40B4-BE49-F238E27FC236}">
                  <a16:creationId xmlns:a16="http://schemas.microsoft.com/office/drawing/2014/main" id="{D994E4D2-5C27-D57B-4170-609A8B97B004}"/>
                </a:ext>
              </a:extLst>
            </p:cNvPr>
            <p:cNvSpPr/>
            <p:nvPr/>
          </p:nvSpPr>
          <p:spPr>
            <a:xfrm flipH="1">
              <a:off x="177385" y="2197204"/>
              <a:ext cx="60481" cy="32703"/>
            </a:xfrm>
            <a:custGeom>
              <a:avLst/>
              <a:gdLst/>
              <a:ahLst/>
              <a:cxnLst/>
              <a:rect l="l" t="t" r="r" b="b"/>
              <a:pathLst>
                <a:path w="172" h="93" fill="none" extrusionOk="0">
                  <a:moveTo>
                    <a:pt x="0" y="0"/>
                  </a:moveTo>
                  <a:cubicBezTo>
                    <a:pt x="64" y="15"/>
                    <a:pt x="127" y="43"/>
                    <a:pt x="172" y="93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" name="Google Shape;3404;p30">
              <a:extLst>
                <a:ext uri="{FF2B5EF4-FFF2-40B4-BE49-F238E27FC236}">
                  <a16:creationId xmlns:a16="http://schemas.microsoft.com/office/drawing/2014/main" id="{6AEB2948-9005-BA61-8193-63E65EFA2076}"/>
                </a:ext>
              </a:extLst>
            </p:cNvPr>
            <p:cNvSpPr/>
            <p:nvPr/>
          </p:nvSpPr>
          <p:spPr>
            <a:xfrm flipH="1">
              <a:off x="112684" y="2182788"/>
              <a:ext cx="43251" cy="50987"/>
            </a:xfrm>
            <a:custGeom>
              <a:avLst/>
              <a:gdLst/>
              <a:ahLst/>
              <a:cxnLst/>
              <a:rect l="l" t="t" r="r" b="b"/>
              <a:pathLst>
                <a:path w="123" h="145" fill="none" extrusionOk="0">
                  <a:moveTo>
                    <a:pt x="1" y="1"/>
                  </a:moveTo>
                  <a:cubicBezTo>
                    <a:pt x="54" y="37"/>
                    <a:pt x="97" y="84"/>
                    <a:pt x="123" y="144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" name="Google Shape;3405;p30">
              <a:extLst>
                <a:ext uri="{FF2B5EF4-FFF2-40B4-BE49-F238E27FC236}">
                  <a16:creationId xmlns:a16="http://schemas.microsoft.com/office/drawing/2014/main" id="{C92E1FFE-A909-9699-0FF4-7A391D3C4A1A}"/>
                </a:ext>
              </a:extLst>
            </p:cNvPr>
            <p:cNvSpPr/>
            <p:nvPr/>
          </p:nvSpPr>
          <p:spPr>
            <a:xfrm flipH="1">
              <a:off x="29697" y="2187358"/>
              <a:ext cx="43955" cy="60481"/>
            </a:xfrm>
            <a:custGeom>
              <a:avLst/>
              <a:gdLst/>
              <a:ahLst/>
              <a:cxnLst/>
              <a:rect l="l" t="t" r="r" b="b"/>
              <a:pathLst>
                <a:path w="125" h="172" fill="none" extrusionOk="0">
                  <a:moveTo>
                    <a:pt x="0" y="1"/>
                  </a:moveTo>
                  <a:cubicBezTo>
                    <a:pt x="54" y="48"/>
                    <a:pt x="96" y="106"/>
                    <a:pt x="124" y="17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" name="Google Shape;3406;p30">
              <a:extLst>
                <a:ext uri="{FF2B5EF4-FFF2-40B4-BE49-F238E27FC236}">
                  <a16:creationId xmlns:a16="http://schemas.microsoft.com/office/drawing/2014/main" id="{896A502F-5FC1-7DB6-EDCF-E39ADBB2AD37}"/>
                </a:ext>
              </a:extLst>
            </p:cNvPr>
            <p:cNvSpPr/>
            <p:nvPr/>
          </p:nvSpPr>
          <p:spPr>
            <a:xfrm flipH="1">
              <a:off x="-35707" y="2210566"/>
              <a:ext cx="30592" cy="49581"/>
            </a:xfrm>
            <a:custGeom>
              <a:avLst/>
              <a:gdLst/>
              <a:ahLst/>
              <a:cxnLst/>
              <a:rect l="l" t="t" r="r" b="b"/>
              <a:pathLst>
                <a:path w="87" h="141" fill="none" extrusionOk="0">
                  <a:moveTo>
                    <a:pt x="1" y="1"/>
                  </a:moveTo>
                  <a:cubicBezTo>
                    <a:pt x="35" y="44"/>
                    <a:pt x="65" y="91"/>
                    <a:pt x="87" y="14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" name="Google Shape;3407;p30">
              <a:extLst>
                <a:ext uri="{FF2B5EF4-FFF2-40B4-BE49-F238E27FC236}">
                  <a16:creationId xmlns:a16="http://schemas.microsoft.com/office/drawing/2014/main" id="{B1CAE955-2E65-CC22-5077-7530E7EA2578}"/>
                </a:ext>
              </a:extLst>
            </p:cNvPr>
            <p:cNvSpPr/>
            <p:nvPr/>
          </p:nvSpPr>
          <p:spPr>
            <a:xfrm flipH="1">
              <a:off x="-103572" y="2228852"/>
              <a:ext cx="24615" cy="25317"/>
            </a:xfrm>
            <a:custGeom>
              <a:avLst/>
              <a:gdLst/>
              <a:ahLst/>
              <a:cxnLst/>
              <a:rect l="l" t="t" r="r" b="b"/>
              <a:pathLst>
                <a:path w="70" h="72" fill="none" extrusionOk="0">
                  <a:moveTo>
                    <a:pt x="1" y="0"/>
                  </a:moveTo>
                  <a:cubicBezTo>
                    <a:pt x="20" y="28"/>
                    <a:pt x="42" y="52"/>
                    <a:pt x="69" y="7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" name="Google Shape;3408;p30">
              <a:extLst>
                <a:ext uri="{FF2B5EF4-FFF2-40B4-BE49-F238E27FC236}">
                  <a16:creationId xmlns:a16="http://schemas.microsoft.com/office/drawing/2014/main" id="{1C1C9B83-A9D1-13D0-E2F5-DFFFAA249AA1}"/>
                </a:ext>
              </a:extLst>
            </p:cNvPr>
            <p:cNvSpPr/>
            <p:nvPr/>
          </p:nvSpPr>
          <p:spPr>
            <a:xfrm flipH="1">
              <a:off x="-166867" y="2218302"/>
              <a:ext cx="24615" cy="15472"/>
            </a:xfrm>
            <a:custGeom>
              <a:avLst/>
              <a:gdLst/>
              <a:ahLst/>
              <a:cxnLst/>
              <a:rect l="l" t="t" r="r" b="b"/>
              <a:pathLst>
                <a:path w="70" h="44" fill="none" extrusionOk="0">
                  <a:moveTo>
                    <a:pt x="1" y="0"/>
                  </a:moveTo>
                  <a:cubicBezTo>
                    <a:pt x="24" y="15"/>
                    <a:pt x="46" y="28"/>
                    <a:pt x="69" y="43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" name="Google Shape;3409;p30">
              <a:extLst>
                <a:ext uri="{FF2B5EF4-FFF2-40B4-BE49-F238E27FC236}">
                  <a16:creationId xmlns:a16="http://schemas.microsoft.com/office/drawing/2014/main" id="{B46E2E24-1CE9-F10A-71AF-079F781AFA4B}"/>
                </a:ext>
              </a:extLst>
            </p:cNvPr>
            <p:cNvSpPr/>
            <p:nvPr/>
          </p:nvSpPr>
          <p:spPr>
            <a:xfrm flipH="1">
              <a:off x="-90562" y="2169425"/>
              <a:ext cx="38680" cy="49932"/>
            </a:xfrm>
            <a:custGeom>
              <a:avLst/>
              <a:gdLst/>
              <a:ahLst/>
              <a:cxnLst/>
              <a:rect l="l" t="t" r="r" b="b"/>
              <a:pathLst>
                <a:path w="110" h="142" fill="none" extrusionOk="0">
                  <a:moveTo>
                    <a:pt x="1" y="142"/>
                  </a:moveTo>
                  <a:cubicBezTo>
                    <a:pt x="24" y="86"/>
                    <a:pt x="63" y="37"/>
                    <a:pt x="110" y="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" name="Google Shape;3410;p30">
              <a:extLst>
                <a:ext uri="{FF2B5EF4-FFF2-40B4-BE49-F238E27FC236}">
                  <a16:creationId xmlns:a16="http://schemas.microsoft.com/office/drawing/2014/main" id="{BD85A531-322D-F1B4-4B13-5EA2C9C3C018}"/>
                </a:ext>
              </a:extLst>
            </p:cNvPr>
            <p:cNvSpPr/>
            <p:nvPr/>
          </p:nvSpPr>
          <p:spPr>
            <a:xfrm flipH="1">
              <a:off x="-18478" y="2151844"/>
              <a:ext cx="41845" cy="45009"/>
            </a:xfrm>
            <a:custGeom>
              <a:avLst/>
              <a:gdLst/>
              <a:ahLst/>
              <a:cxnLst/>
              <a:rect l="l" t="t" r="r" b="b"/>
              <a:pathLst>
                <a:path w="119" h="128" fill="none" extrusionOk="0">
                  <a:moveTo>
                    <a:pt x="1" y="127"/>
                  </a:moveTo>
                  <a:cubicBezTo>
                    <a:pt x="26" y="74"/>
                    <a:pt x="67" y="29"/>
                    <a:pt x="118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" name="Google Shape;3411;p30">
              <a:extLst>
                <a:ext uri="{FF2B5EF4-FFF2-40B4-BE49-F238E27FC236}">
                  <a16:creationId xmlns:a16="http://schemas.microsoft.com/office/drawing/2014/main" id="{E1DF8E6A-A602-46BA-F6A0-82A2D98468D4}"/>
                </a:ext>
              </a:extLst>
            </p:cNvPr>
            <p:cNvSpPr/>
            <p:nvPr/>
          </p:nvSpPr>
          <p:spPr>
            <a:xfrm flipH="1">
              <a:off x="84905" y="2145162"/>
              <a:ext cx="25669" cy="35164"/>
            </a:xfrm>
            <a:custGeom>
              <a:avLst/>
              <a:gdLst/>
              <a:ahLst/>
              <a:cxnLst/>
              <a:rect l="l" t="t" r="r" b="b"/>
              <a:pathLst>
                <a:path w="73" h="100" fill="none" extrusionOk="0">
                  <a:moveTo>
                    <a:pt x="0" y="99"/>
                  </a:moveTo>
                  <a:cubicBezTo>
                    <a:pt x="13" y="61"/>
                    <a:pt x="39" y="24"/>
                    <a:pt x="73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" name="Google Shape;3412;p30">
              <a:extLst>
                <a:ext uri="{FF2B5EF4-FFF2-40B4-BE49-F238E27FC236}">
                  <a16:creationId xmlns:a16="http://schemas.microsoft.com/office/drawing/2014/main" id="{3CDC82C0-32AD-243D-CA1E-19E4223A854C}"/>
                </a:ext>
              </a:extLst>
            </p:cNvPr>
            <p:cNvSpPr/>
            <p:nvPr/>
          </p:nvSpPr>
          <p:spPr>
            <a:xfrm flipH="1">
              <a:off x="168946" y="2157117"/>
              <a:ext cx="25317" cy="29889"/>
            </a:xfrm>
            <a:custGeom>
              <a:avLst/>
              <a:gdLst/>
              <a:ahLst/>
              <a:cxnLst/>
              <a:rect l="l" t="t" r="r" b="b"/>
              <a:pathLst>
                <a:path w="72" h="85" fill="none" extrusionOk="0">
                  <a:moveTo>
                    <a:pt x="0" y="84"/>
                  </a:moveTo>
                  <a:cubicBezTo>
                    <a:pt x="15" y="54"/>
                    <a:pt x="41" y="16"/>
                    <a:pt x="71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" name="Google Shape;3413;p30">
              <a:extLst>
                <a:ext uri="{FF2B5EF4-FFF2-40B4-BE49-F238E27FC236}">
                  <a16:creationId xmlns:a16="http://schemas.microsoft.com/office/drawing/2014/main" id="{9750F141-6486-C407-42B9-F3F8A53E052B}"/>
                </a:ext>
              </a:extLst>
            </p:cNvPr>
            <p:cNvSpPr/>
            <p:nvPr/>
          </p:nvSpPr>
          <p:spPr>
            <a:xfrm flipH="1">
              <a:off x="113386" y="2694066"/>
              <a:ext cx="74196" cy="23208"/>
            </a:xfrm>
            <a:custGeom>
              <a:avLst/>
              <a:gdLst/>
              <a:ahLst/>
              <a:cxnLst/>
              <a:rect l="l" t="t" r="r" b="b"/>
              <a:pathLst>
                <a:path w="211" h="66" fill="none" extrusionOk="0">
                  <a:moveTo>
                    <a:pt x="1" y="5"/>
                  </a:moveTo>
                  <a:cubicBezTo>
                    <a:pt x="76" y="1"/>
                    <a:pt x="146" y="22"/>
                    <a:pt x="211" y="65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" name="Google Shape;3414;p30">
              <a:extLst>
                <a:ext uri="{FF2B5EF4-FFF2-40B4-BE49-F238E27FC236}">
                  <a16:creationId xmlns:a16="http://schemas.microsoft.com/office/drawing/2014/main" id="{54C8D4C0-52B9-4D13-58F1-38BD1A47AA1B}"/>
                </a:ext>
              </a:extLst>
            </p:cNvPr>
            <p:cNvSpPr/>
            <p:nvPr/>
          </p:nvSpPr>
          <p:spPr>
            <a:xfrm flipH="1">
              <a:off x="38137" y="2674726"/>
              <a:ext cx="59075" cy="53097"/>
            </a:xfrm>
            <a:custGeom>
              <a:avLst/>
              <a:gdLst/>
              <a:ahLst/>
              <a:cxnLst/>
              <a:rect l="l" t="t" r="r" b="b"/>
              <a:pathLst>
                <a:path w="168" h="151" fill="none" extrusionOk="0">
                  <a:moveTo>
                    <a:pt x="1" y="0"/>
                  </a:moveTo>
                  <a:cubicBezTo>
                    <a:pt x="71" y="32"/>
                    <a:pt x="129" y="82"/>
                    <a:pt x="168" y="15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" name="Google Shape;3415;p30">
              <a:extLst>
                <a:ext uri="{FF2B5EF4-FFF2-40B4-BE49-F238E27FC236}">
                  <a16:creationId xmlns:a16="http://schemas.microsoft.com/office/drawing/2014/main" id="{7255A920-361E-644C-DE19-95F883DB7712}"/>
                </a:ext>
              </a:extLst>
            </p:cNvPr>
            <p:cNvSpPr/>
            <p:nvPr/>
          </p:nvSpPr>
          <p:spPr>
            <a:xfrm flipH="1">
              <a:off x="-49420" y="2671561"/>
              <a:ext cx="54855" cy="66108"/>
            </a:xfrm>
            <a:custGeom>
              <a:avLst/>
              <a:gdLst/>
              <a:ahLst/>
              <a:cxnLst/>
              <a:rect l="l" t="t" r="r" b="b"/>
              <a:pathLst>
                <a:path w="156" h="188" fill="none" extrusionOk="0">
                  <a:moveTo>
                    <a:pt x="1" y="1"/>
                  </a:moveTo>
                  <a:cubicBezTo>
                    <a:pt x="72" y="50"/>
                    <a:pt x="119" y="110"/>
                    <a:pt x="155" y="187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" name="Google Shape;3416;p30">
              <a:extLst>
                <a:ext uri="{FF2B5EF4-FFF2-40B4-BE49-F238E27FC236}">
                  <a16:creationId xmlns:a16="http://schemas.microsoft.com/office/drawing/2014/main" id="{7AADC689-23FD-A2B5-C46F-0CC786F0281A}"/>
                </a:ext>
              </a:extLst>
            </p:cNvPr>
            <p:cNvSpPr/>
            <p:nvPr/>
          </p:nvSpPr>
          <p:spPr>
            <a:xfrm flipH="1">
              <a:off x="-119396" y="2685276"/>
              <a:ext cx="29889" cy="54504"/>
            </a:xfrm>
            <a:custGeom>
              <a:avLst/>
              <a:gdLst/>
              <a:ahLst/>
              <a:cxnLst/>
              <a:rect l="l" t="t" r="r" b="b"/>
              <a:pathLst>
                <a:path w="85" h="155" fill="none" extrusionOk="0">
                  <a:moveTo>
                    <a:pt x="1" y="0"/>
                  </a:moveTo>
                  <a:cubicBezTo>
                    <a:pt x="37" y="47"/>
                    <a:pt x="65" y="99"/>
                    <a:pt x="84" y="154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" name="Google Shape;3417;p30">
              <a:extLst>
                <a:ext uri="{FF2B5EF4-FFF2-40B4-BE49-F238E27FC236}">
                  <a16:creationId xmlns:a16="http://schemas.microsoft.com/office/drawing/2014/main" id="{36408271-48F2-6E46-7274-2B4741B1C65D}"/>
                </a:ext>
              </a:extLst>
            </p:cNvPr>
            <p:cNvSpPr/>
            <p:nvPr/>
          </p:nvSpPr>
          <p:spPr>
            <a:xfrm flipH="1">
              <a:off x="-210470" y="2706373"/>
              <a:ext cx="34812" cy="32703"/>
            </a:xfrm>
            <a:custGeom>
              <a:avLst/>
              <a:gdLst/>
              <a:ahLst/>
              <a:cxnLst/>
              <a:rect l="l" t="t" r="r" b="b"/>
              <a:pathLst>
                <a:path w="99" h="93" fill="none" extrusionOk="0">
                  <a:moveTo>
                    <a:pt x="0" y="0"/>
                  </a:moveTo>
                  <a:cubicBezTo>
                    <a:pt x="26" y="37"/>
                    <a:pt x="60" y="69"/>
                    <a:pt x="99" y="9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" name="Google Shape;3418;p30">
              <a:extLst>
                <a:ext uri="{FF2B5EF4-FFF2-40B4-BE49-F238E27FC236}">
                  <a16:creationId xmlns:a16="http://schemas.microsoft.com/office/drawing/2014/main" id="{32792AC1-86DD-3429-4D37-10D6B3A7E267}"/>
                </a:ext>
              </a:extLst>
            </p:cNvPr>
            <p:cNvSpPr/>
            <p:nvPr/>
          </p:nvSpPr>
          <p:spPr>
            <a:xfrm flipH="1">
              <a:off x="-263215" y="2702505"/>
              <a:ext cx="18285" cy="19340"/>
            </a:xfrm>
            <a:custGeom>
              <a:avLst/>
              <a:gdLst/>
              <a:ahLst/>
              <a:cxnLst/>
              <a:rect l="l" t="t" r="r" b="b"/>
              <a:pathLst>
                <a:path w="52" h="55" fill="none" extrusionOk="0">
                  <a:moveTo>
                    <a:pt x="0" y="1"/>
                  </a:moveTo>
                  <a:cubicBezTo>
                    <a:pt x="11" y="22"/>
                    <a:pt x="30" y="41"/>
                    <a:pt x="51" y="54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" name="Google Shape;3419;p30">
              <a:extLst>
                <a:ext uri="{FF2B5EF4-FFF2-40B4-BE49-F238E27FC236}">
                  <a16:creationId xmlns:a16="http://schemas.microsoft.com/office/drawing/2014/main" id="{7F78108D-6958-43DF-F7DC-E113F0C13812}"/>
                </a:ext>
              </a:extLst>
            </p:cNvPr>
            <p:cNvSpPr/>
            <p:nvPr/>
          </p:nvSpPr>
          <p:spPr>
            <a:xfrm flipH="1">
              <a:off x="-232272" y="2661012"/>
              <a:ext cx="27428" cy="39735"/>
            </a:xfrm>
            <a:custGeom>
              <a:avLst/>
              <a:gdLst/>
              <a:ahLst/>
              <a:cxnLst/>
              <a:rect l="l" t="t" r="r" b="b"/>
              <a:pathLst>
                <a:path w="78" h="113" fill="none" extrusionOk="0">
                  <a:moveTo>
                    <a:pt x="1" y="112"/>
                  </a:moveTo>
                  <a:cubicBezTo>
                    <a:pt x="11" y="67"/>
                    <a:pt x="39" y="26"/>
                    <a:pt x="78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" name="Google Shape;3420;p30">
              <a:extLst>
                <a:ext uri="{FF2B5EF4-FFF2-40B4-BE49-F238E27FC236}">
                  <a16:creationId xmlns:a16="http://schemas.microsoft.com/office/drawing/2014/main" id="{8B1E68C7-3C47-BD69-6192-018A1D1F9A65}"/>
                </a:ext>
              </a:extLst>
            </p:cNvPr>
            <p:cNvSpPr/>
            <p:nvPr/>
          </p:nvSpPr>
          <p:spPr>
            <a:xfrm flipH="1">
              <a:off x="-164406" y="2656441"/>
              <a:ext cx="32703" cy="35867"/>
            </a:xfrm>
            <a:custGeom>
              <a:avLst/>
              <a:gdLst/>
              <a:ahLst/>
              <a:cxnLst/>
              <a:rect l="l" t="t" r="r" b="b"/>
              <a:pathLst>
                <a:path w="93" h="102" fill="none" extrusionOk="0">
                  <a:moveTo>
                    <a:pt x="1" y="102"/>
                  </a:moveTo>
                  <a:cubicBezTo>
                    <a:pt x="22" y="61"/>
                    <a:pt x="54" y="24"/>
                    <a:pt x="93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" name="Google Shape;3421;p30">
              <a:extLst>
                <a:ext uri="{FF2B5EF4-FFF2-40B4-BE49-F238E27FC236}">
                  <a16:creationId xmlns:a16="http://schemas.microsoft.com/office/drawing/2014/main" id="{C8FD9E87-B8EB-4502-0E73-2FD5926255B3}"/>
                </a:ext>
              </a:extLst>
            </p:cNvPr>
            <p:cNvSpPr/>
            <p:nvPr/>
          </p:nvSpPr>
          <p:spPr>
            <a:xfrm flipH="1">
              <a:off x="-78607" y="2630068"/>
              <a:ext cx="34812" cy="39735"/>
            </a:xfrm>
            <a:custGeom>
              <a:avLst/>
              <a:gdLst/>
              <a:ahLst/>
              <a:cxnLst/>
              <a:rect l="l" t="t" r="r" b="b"/>
              <a:pathLst>
                <a:path w="99" h="113" fill="none" extrusionOk="0">
                  <a:moveTo>
                    <a:pt x="0" y="112"/>
                  </a:moveTo>
                  <a:cubicBezTo>
                    <a:pt x="24" y="67"/>
                    <a:pt x="58" y="29"/>
                    <a:pt x="99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" name="Google Shape;3422;p30">
              <a:extLst>
                <a:ext uri="{FF2B5EF4-FFF2-40B4-BE49-F238E27FC236}">
                  <a16:creationId xmlns:a16="http://schemas.microsoft.com/office/drawing/2014/main" id="{8638098A-3A6D-0C35-CC9E-3FB154CF691E}"/>
                </a:ext>
              </a:extLst>
            </p:cNvPr>
            <p:cNvSpPr/>
            <p:nvPr/>
          </p:nvSpPr>
          <p:spPr>
            <a:xfrm flipH="1">
              <a:off x="2622" y="2626552"/>
              <a:ext cx="39383" cy="43251"/>
            </a:xfrm>
            <a:custGeom>
              <a:avLst/>
              <a:gdLst/>
              <a:ahLst/>
              <a:cxnLst/>
              <a:rect l="l" t="t" r="r" b="b"/>
              <a:pathLst>
                <a:path w="112" h="123" fill="none" extrusionOk="0">
                  <a:moveTo>
                    <a:pt x="0" y="122"/>
                  </a:moveTo>
                  <a:cubicBezTo>
                    <a:pt x="19" y="71"/>
                    <a:pt x="60" y="26"/>
                    <a:pt x="111" y="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" name="Google Shape;3423;p30">
              <a:extLst>
                <a:ext uri="{FF2B5EF4-FFF2-40B4-BE49-F238E27FC236}">
                  <a16:creationId xmlns:a16="http://schemas.microsoft.com/office/drawing/2014/main" id="{9ECCEBCD-708E-339A-9F46-19808D3B47B1}"/>
                </a:ext>
              </a:extLst>
            </p:cNvPr>
            <p:cNvSpPr/>
            <p:nvPr/>
          </p:nvSpPr>
          <p:spPr>
            <a:xfrm flipH="1">
              <a:off x="121474" y="2645189"/>
              <a:ext cx="19340" cy="35164"/>
            </a:xfrm>
            <a:custGeom>
              <a:avLst/>
              <a:gdLst/>
              <a:ahLst/>
              <a:cxnLst/>
              <a:rect l="l" t="t" r="r" b="b"/>
              <a:pathLst>
                <a:path w="55" h="100" fill="none" extrusionOk="0">
                  <a:moveTo>
                    <a:pt x="0" y="99"/>
                  </a:moveTo>
                  <a:cubicBezTo>
                    <a:pt x="7" y="61"/>
                    <a:pt x="26" y="24"/>
                    <a:pt x="54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" name="Google Shape;3424;p30">
              <a:extLst>
                <a:ext uri="{FF2B5EF4-FFF2-40B4-BE49-F238E27FC236}">
                  <a16:creationId xmlns:a16="http://schemas.microsoft.com/office/drawing/2014/main" id="{0F26000B-BEEB-E173-DA51-8585FCF94206}"/>
                </a:ext>
              </a:extLst>
            </p:cNvPr>
            <p:cNvSpPr/>
            <p:nvPr/>
          </p:nvSpPr>
          <p:spPr>
            <a:xfrm flipH="1">
              <a:off x="209736" y="2682110"/>
              <a:ext cx="8791" cy="22153"/>
            </a:xfrm>
            <a:custGeom>
              <a:avLst/>
              <a:gdLst/>
              <a:ahLst/>
              <a:cxnLst/>
              <a:rect l="l" t="t" r="r" b="b"/>
              <a:pathLst>
                <a:path w="25" h="63" fill="none" extrusionOk="0">
                  <a:moveTo>
                    <a:pt x="1" y="63"/>
                  </a:moveTo>
                  <a:cubicBezTo>
                    <a:pt x="1" y="41"/>
                    <a:pt x="9" y="18"/>
                    <a:pt x="24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" name="Google Shape;3425;p30">
              <a:extLst>
                <a:ext uri="{FF2B5EF4-FFF2-40B4-BE49-F238E27FC236}">
                  <a16:creationId xmlns:a16="http://schemas.microsoft.com/office/drawing/2014/main" id="{19AA183E-410A-55EC-0207-D799CA790A71}"/>
                </a:ext>
              </a:extLst>
            </p:cNvPr>
            <p:cNvSpPr/>
            <p:nvPr/>
          </p:nvSpPr>
          <p:spPr>
            <a:xfrm flipH="1">
              <a:off x="52202" y="3116733"/>
              <a:ext cx="205356" cy="352"/>
            </a:xfrm>
            <a:custGeom>
              <a:avLst/>
              <a:gdLst/>
              <a:ahLst/>
              <a:cxnLst/>
              <a:rect l="l" t="t" r="r" b="b"/>
              <a:pathLst>
                <a:path w="584" h="1" fill="none" extrusionOk="0">
                  <a:moveTo>
                    <a:pt x="1" y="0"/>
                  </a:moveTo>
                  <a:lnTo>
                    <a:pt x="583" y="0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" name="Google Shape;3426;p30">
              <a:extLst>
                <a:ext uri="{FF2B5EF4-FFF2-40B4-BE49-F238E27FC236}">
                  <a16:creationId xmlns:a16="http://schemas.microsoft.com/office/drawing/2014/main" id="{F9421DA1-E065-1482-2AC0-8C29AF060262}"/>
                </a:ext>
              </a:extLst>
            </p:cNvPr>
            <p:cNvSpPr/>
            <p:nvPr/>
          </p:nvSpPr>
          <p:spPr>
            <a:xfrm flipH="1">
              <a:off x="254041" y="3544322"/>
              <a:ext cx="103029" cy="352"/>
            </a:xfrm>
            <a:custGeom>
              <a:avLst/>
              <a:gdLst/>
              <a:ahLst/>
              <a:cxnLst/>
              <a:rect l="l" t="t" r="r" b="b"/>
              <a:pathLst>
                <a:path w="293" h="1" fill="none" extrusionOk="0">
                  <a:moveTo>
                    <a:pt x="1" y="1"/>
                  </a:moveTo>
                  <a:lnTo>
                    <a:pt x="292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" name="Google Shape;3427;p30">
              <a:extLst>
                <a:ext uri="{FF2B5EF4-FFF2-40B4-BE49-F238E27FC236}">
                  <a16:creationId xmlns:a16="http://schemas.microsoft.com/office/drawing/2014/main" id="{E898964B-2F6F-B638-5AB1-558B973583A7}"/>
                </a:ext>
              </a:extLst>
            </p:cNvPr>
            <p:cNvSpPr/>
            <p:nvPr/>
          </p:nvSpPr>
          <p:spPr>
            <a:xfrm flipH="1">
              <a:off x="-164407" y="3573156"/>
              <a:ext cx="836192" cy="352"/>
            </a:xfrm>
            <a:custGeom>
              <a:avLst/>
              <a:gdLst/>
              <a:ahLst/>
              <a:cxnLst/>
              <a:rect l="l" t="t" r="r" b="b"/>
              <a:pathLst>
                <a:path w="2378" h="1" extrusionOk="0">
                  <a:moveTo>
                    <a:pt x="1" y="0"/>
                  </a:moveTo>
                  <a:lnTo>
                    <a:pt x="2378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" name="Google Shape;3428;p30">
              <a:extLst>
                <a:ext uri="{FF2B5EF4-FFF2-40B4-BE49-F238E27FC236}">
                  <a16:creationId xmlns:a16="http://schemas.microsoft.com/office/drawing/2014/main" id="{12FF4225-FF04-F77B-23E2-C9A276C2C85E}"/>
                </a:ext>
              </a:extLst>
            </p:cNvPr>
            <p:cNvSpPr/>
            <p:nvPr/>
          </p:nvSpPr>
          <p:spPr>
            <a:xfrm flipH="1">
              <a:off x="-164407" y="3573156"/>
              <a:ext cx="836192" cy="352"/>
            </a:xfrm>
            <a:custGeom>
              <a:avLst/>
              <a:gdLst/>
              <a:ahLst/>
              <a:cxnLst/>
              <a:rect l="l" t="t" r="r" b="b"/>
              <a:pathLst>
                <a:path w="2378" h="1" fill="none" extrusionOk="0">
                  <a:moveTo>
                    <a:pt x="1" y="0"/>
                  </a:moveTo>
                  <a:lnTo>
                    <a:pt x="2378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" name="Google Shape;3445;p30">
              <a:extLst>
                <a:ext uri="{FF2B5EF4-FFF2-40B4-BE49-F238E27FC236}">
                  <a16:creationId xmlns:a16="http://schemas.microsoft.com/office/drawing/2014/main" id="{867A7AB3-67F2-0A41-FAA3-26B7669AFF3D}"/>
                </a:ext>
              </a:extLst>
            </p:cNvPr>
            <p:cNvSpPr/>
            <p:nvPr/>
          </p:nvSpPr>
          <p:spPr>
            <a:xfrm flipH="1">
              <a:off x="4886633" y="835130"/>
              <a:ext cx="4220" cy="2813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" y="1"/>
                  </a:moveTo>
                  <a:lnTo>
                    <a:pt x="1" y="1"/>
                  </a:lnTo>
                  <a:cubicBezTo>
                    <a:pt x="4" y="4"/>
                    <a:pt x="7" y="8"/>
                    <a:pt x="9" y="8"/>
                  </a:cubicBezTo>
                  <a:cubicBezTo>
                    <a:pt x="10" y="8"/>
                    <a:pt x="11" y="8"/>
                    <a:pt x="12" y="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695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" name="Google Shape;3450;p30">
              <a:extLst>
                <a:ext uri="{FF2B5EF4-FFF2-40B4-BE49-F238E27FC236}">
                  <a16:creationId xmlns:a16="http://schemas.microsoft.com/office/drawing/2014/main" id="{93E62C70-7172-233A-8537-17403673C69F}"/>
                </a:ext>
              </a:extLst>
            </p:cNvPr>
            <p:cNvSpPr/>
            <p:nvPr/>
          </p:nvSpPr>
          <p:spPr>
            <a:xfrm flipH="1">
              <a:off x="4227666" y="810516"/>
              <a:ext cx="3165" cy="9143"/>
            </a:xfrm>
            <a:custGeom>
              <a:avLst/>
              <a:gdLst/>
              <a:ahLst/>
              <a:cxnLst/>
              <a:rect l="l" t="t" r="r" b="b"/>
              <a:pathLst>
                <a:path w="9" h="26" extrusionOk="0">
                  <a:moveTo>
                    <a:pt x="0" y="0"/>
                  </a:moveTo>
                  <a:cubicBezTo>
                    <a:pt x="0" y="7"/>
                    <a:pt x="4" y="15"/>
                    <a:pt x="9" y="26"/>
                  </a:cubicBezTo>
                  <a:cubicBezTo>
                    <a:pt x="7" y="17"/>
                    <a:pt x="7" y="7"/>
                    <a:pt x="0" y="0"/>
                  </a:cubicBezTo>
                  <a:close/>
                </a:path>
              </a:pathLst>
            </a:custGeom>
            <a:solidFill>
              <a:srgbClr val="FF695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" name="Google Shape;3470;p30">
              <a:extLst>
                <a:ext uri="{FF2B5EF4-FFF2-40B4-BE49-F238E27FC236}">
                  <a16:creationId xmlns:a16="http://schemas.microsoft.com/office/drawing/2014/main" id="{9DBCC2EC-BC83-27E1-487D-22626B71DBD5}"/>
                </a:ext>
              </a:extLst>
            </p:cNvPr>
            <p:cNvSpPr/>
            <p:nvPr/>
          </p:nvSpPr>
          <p:spPr>
            <a:xfrm flipH="1">
              <a:off x="1525978" y="876059"/>
              <a:ext cx="362537" cy="235596"/>
            </a:xfrm>
            <a:custGeom>
              <a:avLst/>
              <a:gdLst/>
              <a:ahLst/>
              <a:cxnLst/>
              <a:rect l="l" t="t" r="r" b="b"/>
              <a:pathLst>
                <a:path w="1031" h="670" extrusionOk="0">
                  <a:moveTo>
                    <a:pt x="107" y="0"/>
                  </a:moveTo>
                  <a:cubicBezTo>
                    <a:pt x="75" y="0"/>
                    <a:pt x="43" y="17"/>
                    <a:pt x="26" y="47"/>
                  </a:cubicBezTo>
                  <a:cubicBezTo>
                    <a:pt x="0" y="92"/>
                    <a:pt x="13" y="150"/>
                    <a:pt x="58" y="175"/>
                  </a:cubicBezTo>
                  <a:lnTo>
                    <a:pt x="874" y="657"/>
                  </a:lnTo>
                  <a:cubicBezTo>
                    <a:pt x="889" y="666"/>
                    <a:pt x="905" y="670"/>
                    <a:pt x="921" y="670"/>
                  </a:cubicBezTo>
                  <a:cubicBezTo>
                    <a:pt x="954" y="670"/>
                    <a:pt x="985" y="653"/>
                    <a:pt x="1003" y="623"/>
                  </a:cubicBezTo>
                  <a:cubicBezTo>
                    <a:pt x="1030" y="578"/>
                    <a:pt x="1015" y="520"/>
                    <a:pt x="970" y="494"/>
                  </a:cubicBezTo>
                  <a:lnTo>
                    <a:pt x="154" y="13"/>
                  </a:lnTo>
                  <a:cubicBezTo>
                    <a:pt x="140" y="4"/>
                    <a:pt x="123" y="0"/>
                    <a:pt x="107" y="0"/>
                  </a:cubicBezTo>
                  <a:close/>
                </a:path>
              </a:pathLst>
            </a:custGeom>
            <a:solidFill>
              <a:srgbClr val="59595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" name="Google Shape;3471;p30">
              <a:extLst>
                <a:ext uri="{FF2B5EF4-FFF2-40B4-BE49-F238E27FC236}">
                  <a16:creationId xmlns:a16="http://schemas.microsoft.com/office/drawing/2014/main" id="{15511AF3-2DB4-FC2C-C11A-BED5305AF6FF}"/>
                </a:ext>
              </a:extLst>
            </p:cNvPr>
            <p:cNvSpPr/>
            <p:nvPr/>
          </p:nvSpPr>
          <p:spPr>
            <a:xfrm flipH="1">
              <a:off x="1797792" y="574003"/>
              <a:ext cx="500379" cy="438139"/>
            </a:xfrm>
            <a:custGeom>
              <a:avLst/>
              <a:gdLst/>
              <a:ahLst/>
              <a:cxnLst/>
              <a:rect l="l" t="t" r="r" b="b"/>
              <a:pathLst>
                <a:path w="1423" h="1246" extrusionOk="0">
                  <a:moveTo>
                    <a:pt x="712" y="1"/>
                  </a:moveTo>
                  <a:cubicBezTo>
                    <a:pt x="500" y="1"/>
                    <a:pt x="292" y="110"/>
                    <a:pt x="176" y="306"/>
                  </a:cubicBezTo>
                  <a:cubicBezTo>
                    <a:pt x="0" y="604"/>
                    <a:pt x="99" y="985"/>
                    <a:pt x="394" y="1159"/>
                  </a:cubicBezTo>
                  <a:cubicBezTo>
                    <a:pt x="494" y="1218"/>
                    <a:pt x="604" y="1246"/>
                    <a:pt x="712" y="1246"/>
                  </a:cubicBezTo>
                  <a:cubicBezTo>
                    <a:pt x="925" y="1246"/>
                    <a:pt x="1132" y="1136"/>
                    <a:pt x="1249" y="940"/>
                  </a:cubicBezTo>
                  <a:cubicBezTo>
                    <a:pt x="1422" y="645"/>
                    <a:pt x="1324" y="261"/>
                    <a:pt x="1028" y="88"/>
                  </a:cubicBezTo>
                  <a:cubicBezTo>
                    <a:pt x="929" y="29"/>
                    <a:pt x="820" y="1"/>
                    <a:pt x="712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" name="Google Shape;3472;p30">
              <a:extLst>
                <a:ext uri="{FF2B5EF4-FFF2-40B4-BE49-F238E27FC236}">
                  <a16:creationId xmlns:a16="http://schemas.microsoft.com/office/drawing/2014/main" id="{F461D8AA-A33B-2413-A4DC-75DFB94250C3}"/>
                </a:ext>
              </a:extLst>
            </p:cNvPr>
            <p:cNvSpPr/>
            <p:nvPr/>
          </p:nvSpPr>
          <p:spPr>
            <a:xfrm flipH="1">
              <a:off x="1844560" y="614792"/>
              <a:ext cx="407195" cy="357263"/>
            </a:xfrm>
            <a:custGeom>
              <a:avLst/>
              <a:gdLst/>
              <a:ahLst/>
              <a:cxnLst/>
              <a:rect l="l" t="t" r="r" b="b"/>
              <a:pathLst>
                <a:path w="1158" h="1016" extrusionOk="0">
                  <a:moveTo>
                    <a:pt x="578" y="1"/>
                  </a:moveTo>
                  <a:cubicBezTo>
                    <a:pt x="496" y="1"/>
                    <a:pt x="412" y="21"/>
                    <a:pt x="335" y="64"/>
                  </a:cubicBezTo>
                  <a:cubicBezTo>
                    <a:pt x="89" y="199"/>
                    <a:pt x="1" y="507"/>
                    <a:pt x="136" y="753"/>
                  </a:cubicBezTo>
                  <a:cubicBezTo>
                    <a:pt x="228" y="920"/>
                    <a:pt x="402" y="1015"/>
                    <a:pt x="580" y="1015"/>
                  </a:cubicBezTo>
                  <a:cubicBezTo>
                    <a:pt x="663" y="1015"/>
                    <a:pt x="746" y="995"/>
                    <a:pt x="823" y="953"/>
                  </a:cubicBezTo>
                  <a:cubicBezTo>
                    <a:pt x="1070" y="816"/>
                    <a:pt x="1157" y="509"/>
                    <a:pt x="1023" y="263"/>
                  </a:cubicBezTo>
                  <a:cubicBezTo>
                    <a:pt x="930" y="96"/>
                    <a:pt x="757" y="1"/>
                    <a:pt x="57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" name="Google Shape;3473;p30">
              <a:extLst>
                <a:ext uri="{FF2B5EF4-FFF2-40B4-BE49-F238E27FC236}">
                  <a16:creationId xmlns:a16="http://schemas.microsoft.com/office/drawing/2014/main" id="{085F9770-DA84-7B17-BAAC-24FBF937C053}"/>
                </a:ext>
              </a:extLst>
            </p:cNvPr>
            <p:cNvSpPr/>
            <p:nvPr/>
          </p:nvSpPr>
          <p:spPr>
            <a:xfrm flipH="1">
              <a:off x="2090002" y="680548"/>
              <a:ext cx="65053" cy="179687"/>
            </a:xfrm>
            <a:custGeom>
              <a:avLst/>
              <a:gdLst/>
              <a:ahLst/>
              <a:cxnLst/>
              <a:rect l="l" t="t" r="r" b="b"/>
              <a:pathLst>
                <a:path w="185" h="511" extrusionOk="0">
                  <a:moveTo>
                    <a:pt x="0" y="511"/>
                  </a:moveTo>
                  <a:lnTo>
                    <a:pt x="184" y="1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" name="Google Shape;3474;p30">
              <a:extLst>
                <a:ext uri="{FF2B5EF4-FFF2-40B4-BE49-F238E27FC236}">
                  <a16:creationId xmlns:a16="http://schemas.microsoft.com/office/drawing/2014/main" id="{4FD6EE19-57C4-6109-F021-B2F4B24219B1}"/>
                </a:ext>
              </a:extLst>
            </p:cNvPr>
            <p:cNvSpPr/>
            <p:nvPr/>
          </p:nvSpPr>
          <p:spPr>
            <a:xfrm flipH="1">
              <a:off x="2090002" y="680548"/>
              <a:ext cx="65053" cy="179687"/>
            </a:xfrm>
            <a:custGeom>
              <a:avLst/>
              <a:gdLst/>
              <a:ahLst/>
              <a:cxnLst/>
              <a:rect l="l" t="t" r="r" b="b"/>
              <a:pathLst>
                <a:path w="185" h="511" fill="none" extrusionOk="0">
                  <a:moveTo>
                    <a:pt x="0" y="511"/>
                  </a:moveTo>
                  <a:lnTo>
                    <a:pt x="184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" name="Google Shape;3475;p30">
              <a:extLst>
                <a:ext uri="{FF2B5EF4-FFF2-40B4-BE49-F238E27FC236}">
                  <a16:creationId xmlns:a16="http://schemas.microsoft.com/office/drawing/2014/main" id="{9984BF9A-68CA-9853-EEA6-12545E5DEB40}"/>
                </a:ext>
              </a:extLst>
            </p:cNvPr>
            <p:cNvSpPr/>
            <p:nvPr/>
          </p:nvSpPr>
          <p:spPr>
            <a:xfrm flipH="1">
              <a:off x="2016158" y="704812"/>
              <a:ext cx="66108" cy="178983"/>
            </a:xfrm>
            <a:custGeom>
              <a:avLst/>
              <a:gdLst/>
              <a:ahLst/>
              <a:cxnLst/>
              <a:rect l="l" t="t" r="r" b="b"/>
              <a:pathLst>
                <a:path w="188" h="509" extrusionOk="0">
                  <a:moveTo>
                    <a:pt x="1" y="508"/>
                  </a:moveTo>
                  <a:lnTo>
                    <a:pt x="187" y="1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" name="Google Shape;3476;p30">
              <a:extLst>
                <a:ext uri="{FF2B5EF4-FFF2-40B4-BE49-F238E27FC236}">
                  <a16:creationId xmlns:a16="http://schemas.microsoft.com/office/drawing/2014/main" id="{730CC09C-EE57-9751-26E3-C57E25C909AC}"/>
                </a:ext>
              </a:extLst>
            </p:cNvPr>
            <p:cNvSpPr/>
            <p:nvPr/>
          </p:nvSpPr>
          <p:spPr>
            <a:xfrm flipH="1">
              <a:off x="2016158" y="704812"/>
              <a:ext cx="66108" cy="178983"/>
            </a:xfrm>
            <a:custGeom>
              <a:avLst/>
              <a:gdLst/>
              <a:ahLst/>
              <a:cxnLst/>
              <a:rect l="l" t="t" r="r" b="b"/>
              <a:pathLst>
                <a:path w="188" h="509" fill="none" extrusionOk="0">
                  <a:moveTo>
                    <a:pt x="1" y="508"/>
                  </a:moveTo>
                  <a:lnTo>
                    <a:pt x="187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" name="Google Shape;3477;p30">
              <a:extLst>
                <a:ext uri="{FF2B5EF4-FFF2-40B4-BE49-F238E27FC236}">
                  <a16:creationId xmlns:a16="http://schemas.microsoft.com/office/drawing/2014/main" id="{8AAF682D-789E-46F1-A54A-69FD790A9529}"/>
                </a:ext>
              </a:extLst>
            </p:cNvPr>
            <p:cNvSpPr/>
            <p:nvPr/>
          </p:nvSpPr>
          <p:spPr>
            <a:xfrm flipH="1">
              <a:off x="1944776" y="722745"/>
              <a:ext cx="65756" cy="179687"/>
            </a:xfrm>
            <a:custGeom>
              <a:avLst/>
              <a:gdLst/>
              <a:ahLst/>
              <a:cxnLst/>
              <a:rect l="l" t="t" r="r" b="b"/>
              <a:pathLst>
                <a:path w="187" h="511" extrusionOk="0">
                  <a:moveTo>
                    <a:pt x="0" y="511"/>
                  </a:moveTo>
                  <a:lnTo>
                    <a:pt x="187" y="1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" name="Google Shape;3478;p30">
              <a:extLst>
                <a:ext uri="{FF2B5EF4-FFF2-40B4-BE49-F238E27FC236}">
                  <a16:creationId xmlns:a16="http://schemas.microsoft.com/office/drawing/2014/main" id="{97DCFBA3-FB65-32F1-4370-4DAAC37BE309}"/>
                </a:ext>
              </a:extLst>
            </p:cNvPr>
            <p:cNvSpPr/>
            <p:nvPr/>
          </p:nvSpPr>
          <p:spPr>
            <a:xfrm flipH="1">
              <a:off x="1944776" y="722745"/>
              <a:ext cx="65756" cy="179687"/>
            </a:xfrm>
            <a:custGeom>
              <a:avLst/>
              <a:gdLst/>
              <a:ahLst/>
              <a:cxnLst/>
              <a:rect l="l" t="t" r="r" b="b"/>
              <a:pathLst>
                <a:path w="187" h="511" fill="none" extrusionOk="0">
                  <a:moveTo>
                    <a:pt x="0" y="511"/>
                  </a:moveTo>
                  <a:lnTo>
                    <a:pt x="187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" name="Google Shape;3544;p30">
              <a:extLst>
                <a:ext uri="{FF2B5EF4-FFF2-40B4-BE49-F238E27FC236}">
                  <a16:creationId xmlns:a16="http://schemas.microsoft.com/office/drawing/2014/main" id="{617F7047-1F18-4AA8-1C50-BB02DFF73582}"/>
                </a:ext>
              </a:extLst>
            </p:cNvPr>
            <p:cNvSpPr/>
            <p:nvPr/>
          </p:nvSpPr>
          <p:spPr>
            <a:xfrm flipH="1">
              <a:off x="113385" y="2304101"/>
              <a:ext cx="804545" cy="516905"/>
            </a:xfrm>
            <a:custGeom>
              <a:avLst/>
              <a:gdLst/>
              <a:ahLst/>
              <a:cxnLst/>
              <a:rect l="l" t="t" r="r" b="b"/>
              <a:pathLst>
                <a:path w="2288" h="1470" extrusionOk="0">
                  <a:moveTo>
                    <a:pt x="13" y="1"/>
                  </a:moveTo>
                  <a:cubicBezTo>
                    <a:pt x="7" y="1"/>
                    <a:pt x="0" y="7"/>
                    <a:pt x="0" y="16"/>
                  </a:cubicBezTo>
                  <a:lnTo>
                    <a:pt x="0" y="1455"/>
                  </a:lnTo>
                  <a:cubicBezTo>
                    <a:pt x="0" y="1463"/>
                    <a:pt x="7" y="1470"/>
                    <a:pt x="13" y="1470"/>
                  </a:cubicBezTo>
                  <a:lnTo>
                    <a:pt x="2273" y="1470"/>
                  </a:lnTo>
                  <a:cubicBezTo>
                    <a:pt x="2281" y="1470"/>
                    <a:pt x="2288" y="1463"/>
                    <a:pt x="2288" y="1455"/>
                  </a:cubicBezTo>
                  <a:lnTo>
                    <a:pt x="2288" y="16"/>
                  </a:lnTo>
                  <a:cubicBezTo>
                    <a:pt x="2288" y="7"/>
                    <a:pt x="2281" y="1"/>
                    <a:pt x="2273" y="1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" name="Google Shape;3545;p30">
              <a:extLst>
                <a:ext uri="{FF2B5EF4-FFF2-40B4-BE49-F238E27FC236}">
                  <a16:creationId xmlns:a16="http://schemas.microsoft.com/office/drawing/2014/main" id="{37855A81-2572-2FCC-04EC-CE066A27C824}"/>
                </a:ext>
              </a:extLst>
            </p:cNvPr>
            <p:cNvSpPr/>
            <p:nvPr/>
          </p:nvSpPr>
          <p:spPr>
            <a:xfrm flipH="1">
              <a:off x="123934" y="2487656"/>
              <a:ext cx="783447" cy="333352"/>
            </a:xfrm>
            <a:custGeom>
              <a:avLst/>
              <a:gdLst/>
              <a:ahLst/>
              <a:cxnLst/>
              <a:rect l="l" t="t" r="r" b="b"/>
              <a:pathLst>
                <a:path w="2228" h="948" extrusionOk="0">
                  <a:moveTo>
                    <a:pt x="1113" y="1"/>
                  </a:moveTo>
                  <a:cubicBezTo>
                    <a:pt x="1109" y="1"/>
                    <a:pt x="1104" y="2"/>
                    <a:pt x="1101" y="5"/>
                  </a:cubicBezTo>
                  <a:lnTo>
                    <a:pt x="15" y="909"/>
                  </a:lnTo>
                  <a:cubicBezTo>
                    <a:pt x="0" y="922"/>
                    <a:pt x="9" y="948"/>
                    <a:pt x="28" y="948"/>
                  </a:cubicBezTo>
                  <a:lnTo>
                    <a:pt x="2200" y="948"/>
                  </a:lnTo>
                  <a:cubicBezTo>
                    <a:pt x="2219" y="948"/>
                    <a:pt x="2228" y="922"/>
                    <a:pt x="2213" y="909"/>
                  </a:cubicBezTo>
                  <a:lnTo>
                    <a:pt x="1127" y="5"/>
                  </a:lnTo>
                  <a:cubicBezTo>
                    <a:pt x="1122" y="2"/>
                    <a:pt x="1118" y="1"/>
                    <a:pt x="1113" y="1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" name="Google Shape;3546;p30">
              <a:extLst>
                <a:ext uri="{FF2B5EF4-FFF2-40B4-BE49-F238E27FC236}">
                  <a16:creationId xmlns:a16="http://schemas.microsoft.com/office/drawing/2014/main" id="{319BE21D-2487-F7E5-2E55-4DB6C26F9F2D}"/>
                </a:ext>
              </a:extLst>
            </p:cNvPr>
            <p:cNvSpPr/>
            <p:nvPr/>
          </p:nvSpPr>
          <p:spPr>
            <a:xfrm flipH="1">
              <a:off x="124638" y="2304101"/>
              <a:ext cx="782040" cy="322803"/>
            </a:xfrm>
            <a:custGeom>
              <a:avLst/>
              <a:gdLst/>
              <a:ahLst/>
              <a:cxnLst/>
              <a:rect l="l" t="t" r="r" b="b"/>
              <a:pathLst>
                <a:path w="2224" h="918" extrusionOk="0">
                  <a:moveTo>
                    <a:pt x="32" y="1"/>
                  </a:moveTo>
                  <a:cubicBezTo>
                    <a:pt x="11" y="1"/>
                    <a:pt x="0" y="28"/>
                    <a:pt x="17" y="41"/>
                  </a:cubicBezTo>
                  <a:lnTo>
                    <a:pt x="1097" y="913"/>
                  </a:lnTo>
                  <a:cubicBezTo>
                    <a:pt x="1101" y="916"/>
                    <a:pt x="1107" y="918"/>
                    <a:pt x="1112" y="918"/>
                  </a:cubicBezTo>
                  <a:cubicBezTo>
                    <a:pt x="1117" y="918"/>
                    <a:pt x="1122" y="916"/>
                    <a:pt x="1125" y="913"/>
                  </a:cubicBezTo>
                  <a:lnTo>
                    <a:pt x="2206" y="41"/>
                  </a:lnTo>
                  <a:cubicBezTo>
                    <a:pt x="2223" y="28"/>
                    <a:pt x="2213" y="1"/>
                    <a:pt x="2191" y="1"/>
                  </a:cubicBezTo>
                  <a:close/>
                </a:path>
              </a:pathLst>
            </a:custGeom>
            <a:solidFill>
              <a:srgbClr val="FFFFFF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5" name="Google Shape;3547;p30">
              <a:extLst>
                <a:ext uri="{FF2B5EF4-FFF2-40B4-BE49-F238E27FC236}">
                  <a16:creationId xmlns:a16="http://schemas.microsoft.com/office/drawing/2014/main" id="{2059BF36-20C1-F5A2-9200-3218EBBE296E}"/>
                </a:ext>
              </a:extLst>
            </p:cNvPr>
            <p:cNvSpPr/>
            <p:nvPr/>
          </p:nvSpPr>
          <p:spPr>
            <a:xfrm flipH="1">
              <a:off x="569108" y="2820654"/>
              <a:ext cx="317176" cy="39735"/>
            </a:xfrm>
            <a:custGeom>
              <a:avLst/>
              <a:gdLst/>
              <a:ahLst/>
              <a:cxnLst/>
              <a:rect l="l" t="t" r="r" b="b"/>
              <a:pathLst>
                <a:path w="902" h="113" extrusionOk="0">
                  <a:moveTo>
                    <a:pt x="0" y="1"/>
                  </a:moveTo>
                  <a:lnTo>
                    <a:pt x="0" y="112"/>
                  </a:lnTo>
                  <a:lnTo>
                    <a:pt x="902" y="11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59595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" name="Google Shape;3558;p30">
              <a:extLst>
                <a:ext uri="{FF2B5EF4-FFF2-40B4-BE49-F238E27FC236}">
                  <a16:creationId xmlns:a16="http://schemas.microsoft.com/office/drawing/2014/main" id="{0605BAE3-981B-ED11-D5E5-5789D8829BCE}"/>
                </a:ext>
              </a:extLst>
            </p:cNvPr>
            <p:cNvSpPr/>
            <p:nvPr/>
          </p:nvSpPr>
          <p:spPr>
            <a:xfrm flipH="1">
              <a:off x="4540305" y="1810855"/>
              <a:ext cx="287287" cy="507060"/>
            </a:xfrm>
            <a:custGeom>
              <a:avLst/>
              <a:gdLst/>
              <a:ahLst/>
              <a:cxnLst/>
              <a:rect l="l" t="t" r="r" b="b"/>
              <a:pathLst>
                <a:path w="817" h="1442" extrusionOk="0">
                  <a:moveTo>
                    <a:pt x="22" y="0"/>
                  </a:moveTo>
                  <a:cubicBezTo>
                    <a:pt x="9" y="0"/>
                    <a:pt x="1" y="9"/>
                    <a:pt x="1" y="22"/>
                  </a:cubicBezTo>
                  <a:lnTo>
                    <a:pt x="1" y="1420"/>
                  </a:lnTo>
                  <a:cubicBezTo>
                    <a:pt x="1" y="1433"/>
                    <a:pt x="9" y="1442"/>
                    <a:pt x="22" y="1442"/>
                  </a:cubicBezTo>
                  <a:lnTo>
                    <a:pt x="795" y="1442"/>
                  </a:lnTo>
                  <a:cubicBezTo>
                    <a:pt x="806" y="1442"/>
                    <a:pt x="817" y="1433"/>
                    <a:pt x="817" y="1420"/>
                  </a:cubicBezTo>
                  <a:lnTo>
                    <a:pt x="817" y="22"/>
                  </a:lnTo>
                  <a:cubicBezTo>
                    <a:pt x="817" y="9"/>
                    <a:pt x="806" y="0"/>
                    <a:pt x="795" y="0"/>
                  </a:cubicBezTo>
                  <a:close/>
                </a:path>
              </a:pathLst>
            </a:custGeom>
            <a:solidFill>
              <a:srgbClr val="83AEE9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" name="Google Shape;3559;p30">
              <a:extLst>
                <a:ext uri="{FF2B5EF4-FFF2-40B4-BE49-F238E27FC236}">
                  <a16:creationId xmlns:a16="http://schemas.microsoft.com/office/drawing/2014/main" id="{F775064B-08E3-9AD6-89F8-5959C3A54D3C}"/>
                </a:ext>
              </a:extLst>
            </p:cNvPr>
            <p:cNvSpPr/>
            <p:nvPr/>
          </p:nvSpPr>
          <p:spPr>
            <a:xfrm flipH="1">
              <a:off x="4867678" y="1974367"/>
              <a:ext cx="287287" cy="343549"/>
            </a:xfrm>
            <a:custGeom>
              <a:avLst/>
              <a:gdLst/>
              <a:ahLst/>
              <a:cxnLst/>
              <a:rect l="l" t="t" r="r" b="b"/>
              <a:pathLst>
                <a:path w="817" h="977" extrusionOk="0">
                  <a:moveTo>
                    <a:pt x="22" y="0"/>
                  </a:moveTo>
                  <a:cubicBezTo>
                    <a:pt x="9" y="0"/>
                    <a:pt x="0" y="9"/>
                    <a:pt x="0" y="21"/>
                  </a:cubicBezTo>
                  <a:lnTo>
                    <a:pt x="0" y="955"/>
                  </a:lnTo>
                  <a:cubicBezTo>
                    <a:pt x="0" y="968"/>
                    <a:pt x="9" y="977"/>
                    <a:pt x="22" y="977"/>
                  </a:cubicBezTo>
                  <a:lnTo>
                    <a:pt x="795" y="977"/>
                  </a:lnTo>
                  <a:cubicBezTo>
                    <a:pt x="806" y="977"/>
                    <a:pt x="816" y="968"/>
                    <a:pt x="816" y="955"/>
                  </a:cubicBezTo>
                  <a:lnTo>
                    <a:pt x="816" y="21"/>
                  </a:lnTo>
                  <a:cubicBezTo>
                    <a:pt x="816" y="9"/>
                    <a:pt x="806" y="0"/>
                    <a:pt x="795" y="0"/>
                  </a:cubicBezTo>
                  <a:close/>
                </a:path>
              </a:pathLst>
            </a:custGeom>
            <a:solidFill>
              <a:srgbClr val="83AEE9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" name="Google Shape;3560;p30">
              <a:extLst>
                <a:ext uri="{FF2B5EF4-FFF2-40B4-BE49-F238E27FC236}">
                  <a16:creationId xmlns:a16="http://schemas.microsoft.com/office/drawing/2014/main" id="{3B2DDE10-37E1-0865-1555-FC74DA79F62C}"/>
                </a:ext>
              </a:extLst>
            </p:cNvPr>
            <p:cNvSpPr/>
            <p:nvPr/>
          </p:nvSpPr>
          <p:spPr>
            <a:xfrm flipH="1">
              <a:off x="4212581" y="1630819"/>
              <a:ext cx="287287" cy="687099"/>
            </a:xfrm>
            <a:custGeom>
              <a:avLst/>
              <a:gdLst/>
              <a:ahLst/>
              <a:cxnLst/>
              <a:rect l="l" t="t" r="r" b="b"/>
              <a:pathLst>
                <a:path w="817" h="1954" extrusionOk="0">
                  <a:moveTo>
                    <a:pt x="20" y="0"/>
                  </a:moveTo>
                  <a:cubicBezTo>
                    <a:pt x="9" y="0"/>
                    <a:pt x="1" y="9"/>
                    <a:pt x="1" y="22"/>
                  </a:cubicBezTo>
                  <a:lnTo>
                    <a:pt x="1" y="1932"/>
                  </a:lnTo>
                  <a:cubicBezTo>
                    <a:pt x="1" y="1945"/>
                    <a:pt x="9" y="1954"/>
                    <a:pt x="20" y="1954"/>
                  </a:cubicBezTo>
                  <a:lnTo>
                    <a:pt x="795" y="1954"/>
                  </a:lnTo>
                  <a:cubicBezTo>
                    <a:pt x="806" y="1954"/>
                    <a:pt x="817" y="1945"/>
                    <a:pt x="817" y="1932"/>
                  </a:cubicBezTo>
                  <a:lnTo>
                    <a:pt x="817" y="22"/>
                  </a:lnTo>
                  <a:cubicBezTo>
                    <a:pt x="817" y="9"/>
                    <a:pt x="806" y="0"/>
                    <a:pt x="795" y="0"/>
                  </a:cubicBezTo>
                  <a:close/>
                </a:path>
              </a:pathLst>
            </a:custGeom>
            <a:solidFill>
              <a:srgbClr val="83AEE9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" name="Google Shape;3561;p30">
              <a:extLst>
                <a:ext uri="{FF2B5EF4-FFF2-40B4-BE49-F238E27FC236}">
                  <a16:creationId xmlns:a16="http://schemas.microsoft.com/office/drawing/2014/main" id="{57538A0F-B9BB-5AA0-5B24-15372D8A14BF}"/>
                </a:ext>
              </a:extLst>
            </p:cNvPr>
            <p:cNvSpPr/>
            <p:nvPr/>
          </p:nvSpPr>
          <p:spPr>
            <a:xfrm flipH="1">
              <a:off x="4076144" y="2371715"/>
              <a:ext cx="1215960" cy="57668"/>
            </a:xfrm>
            <a:custGeom>
              <a:avLst/>
              <a:gdLst/>
              <a:ahLst/>
              <a:cxnLst/>
              <a:rect l="l" t="t" r="r" b="b"/>
              <a:pathLst>
                <a:path w="3458" h="164" extrusionOk="0">
                  <a:moveTo>
                    <a:pt x="82" y="1"/>
                  </a:moveTo>
                  <a:cubicBezTo>
                    <a:pt x="37" y="1"/>
                    <a:pt x="0" y="37"/>
                    <a:pt x="0" y="82"/>
                  </a:cubicBezTo>
                  <a:cubicBezTo>
                    <a:pt x="0" y="127"/>
                    <a:pt x="37" y="164"/>
                    <a:pt x="82" y="164"/>
                  </a:cubicBezTo>
                  <a:lnTo>
                    <a:pt x="3376" y="164"/>
                  </a:lnTo>
                  <a:cubicBezTo>
                    <a:pt x="3421" y="164"/>
                    <a:pt x="3457" y="127"/>
                    <a:pt x="3457" y="82"/>
                  </a:cubicBezTo>
                  <a:cubicBezTo>
                    <a:pt x="3457" y="37"/>
                    <a:pt x="3421" y="1"/>
                    <a:pt x="3376" y="1"/>
                  </a:cubicBezTo>
                  <a:close/>
                </a:path>
              </a:pathLst>
            </a:custGeom>
            <a:solidFill>
              <a:srgbClr val="FCC63C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" name="Google Shape;3562;p30">
              <a:extLst>
                <a:ext uri="{FF2B5EF4-FFF2-40B4-BE49-F238E27FC236}">
                  <a16:creationId xmlns:a16="http://schemas.microsoft.com/office/drawing/2014/main" id="{CEF52F91-ACCE-19DD-1583-EC90D3D2EEB3}"/>
                </a:ext>
              </a:extLst>
            </p:cNvPr>
            <p:cNvSpPr/>
            <p:nvPr/>
          </p:nvSpPr>
          <p:spPr>
            <a:xfrm flipH="1">
              <a:off x="4225238" y="1383618"/>
              <a:ext cx="1054909" cy="520773"/>
            </a:xfrm>
            <a:custGeom>
              <a:avLst/>
              <a:gdLst/>
              <a:ahLst/>
              <a:cxnLst/>
              <a:rect l="l" t="t" r="r" b="b"/>
              <a:pathLst>
                <a:path w="3000" h="1481" fill="none" extrusionOk="0">
                  <a:moveTo>
                    <a:pt x="1" y="1481"/>
                  </a:moveTo>
                  <a:lnTo>
                    <a:pt x="881" y="1369"/>
                  </a:lnTo>
                  <a:lnTo>
                    <a:pt x="954" y="1027"/>
                  </a:lnTo>
                  <a:lnTo>
                    <a:pt x="1898" y="838"/>
                  </a:lnTo>
                  <a:lnTo>
                    <a:pt x="1967" y="382"/>
                  </a:lnTo>
                  <a:lnTo>
                    <a:pt x="2999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" name="Google Shape;3563;p30">
              <a:extLst>
                <a:ext uri="{FF2B5EF4-FFF2-40B4-BE49-F238E27FC236}">
                  <a16:creationId xmlns:a16="http://schemas.microsoft.com/office/drawing/2014/main" id="{934CABA2-C554-1372-624D-A32C87C6CC63}"/>
                </a:ext>
              </a:extLst>
            </p:cNvPr>
            <p:cNvSpPr/>
            <p:nvPr/>
          </p:nvSpPr>
          <p:spPr>
            <a:xfrm flipH="1">
              <a:off x="4151320" y="1333445"/>
              <a:ext cx="106195" cy="95997"/>
            </a:xfrm>
            <a:custGeom>
              <a:avLst/>
              <a:gdLst/>
              <a:ahLst/>
              <a:cxnLst/>
              <a:rect l="l" t="t" r="r" b="b"/>
              <a:pathLst>
                <a:path w="302" h="273" extrusionOk="0">
                  <a:moveTo>
                    <a:pt x="37" y="1"/>
                  </a:moveTo>
                  <a:cubicBezTo>
                    <a:pt x="14" y="1"/>
                    <a:pt x="0" y="26"/>
                    <a:pt x="16" y="44"/>
                  </a:cubicBezTo>
                  <a:lnTo>
                    <a:pt x="83" y="121"/>
                  </a:lnTo>
                  <a:cubicBezTo>
                    <a:pt x="87" y="127"/>
                    <a:pt x="89" y="134"/>
                    <a:pt x="89" y="142"/>
                  </a:cubicBezTo>
                  <a:lnTo>
                    <a:pt x="80" y="243"/>
                  </a:lnTo>
                  <a:cubicBezTo>
                    <a:pt x="79" y="261"/>
                    <a:pt x="93" y="272"/>
                    <a:pt x="107" y="272"/>
                  </a:cubicBezTo>
                  <a:cubicBezTo>
                    <a:pt x="113" y="272"/>
                    <a:pt x="120" y="270"/>
                    <a:pt x="125" y="264"/>
                  </a:cubicBezTo>
                  <a:lnTo>
                    <a:pt x="286" y="91"/>
                  </a:lnTo>
                  <a:cubicBezTo>
                    <a:pt x="301" y="76"/>
                    <a:pt x="292" y="50"/>
                    <a:pt x="271" y="48"/>
                  </a:cubicBezTo>
                  <a:lnTo>
                    <a:pt x="42" y="1"/>
                  </a:lnTo>
                  <a:cubicBezTo>
                    <a:pt x="40" y="1"/>
                    <a:pt x="38" y="1"/>
                    <a:pt x="37" y="1"/>
                  </a:cubicBezTo>
                  <a:close/>
                </a:path>
              </a:pathLst>
            </a:custGeom>
            <a:solidFill>
              <a:srgbClr val="C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15" name="副标题 514">
            <a:extLst>
              <a:ext uri="{FF2B5EF4-FFF2-40B4-BE49-F238E27FC236}">
                <a16:creationId xmlns:a16="http://schemas.microsoft.com/office/drawing/2014/main" id="{E3E36118-0DB1-AAEC-1EB4-211578B2C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6033" y="4831373"/>
            <a:ext cx="4617600" cy="153117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B13719"/>
                </a:solidFill>
                <a:latin typeface="方正兰亭大黑_GBK" panose="02000000000000000000" pitchFamily="2" charset="-122"/>
                <a:ea typeface="方正兰亭大黑_GBK" panose="02000000000000000000" pitchFamily="2" charset="-122"/>
              </a:rPr>
              <a:t>天津理工大学</a:t>
            </a:r>
            <a:endParaRPr lang="en-US" altLang="zh-CN" sz="2400" dirty="0">
              <a:solidFill>
                <a:srgbClr val="B13719"/>
              </a:solidFill>
              <a:latin typeface="方正兰亭大黑_GBK" panose="02000000000000000000" pitchFamily="2" charset="-122"/>
              <a:ea typeface="方正兰亭大黑_GBK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B13719"/>
                </a:solidFill>
                <a:latin typeface="方正兰亭大黑_GBK" panose="02000000000000000000" pitchFamily="2" charset="-122"/>
                <a:ea typeface="方正兰亭大黑_GBK" panose="02000000000000000000" pitchFamily="2" charset="-122"/>
              </a:rPr>
              <a:t>计算机科学与工程学院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526" name="图片 525">
            <a:extLst>
              <a:ext uri="{FF2B5EF4-FFF2-40B4-BE49-F238E27FC236}">
                <a16:creationId xmlns:a16="http://schemas.microsoft.com/office/drawing/2014/main" id="{3C37D78D-A211-2DB7-A8E7-E9FF06F75F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685" y="294825"/>
            <a:ext cx="2959331" cy="84525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15ADF164-F614-2691-37BF-5F29EC09E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65739DBF-C3EA-C5FE-7B3D-14A410691D27}"/>
              </a:ext>
            </a:extLst>
          </p:cNvPr>
          <p:cNvSpPr/>
          <p:nvPr/>
        </p:nvSpPr>
        <p:spPr>
          <a:xfrm>
            <a:off x="696000" y="1029809"/>
            <a:ext cx="7001293" cy="540000"/>
          </a:xfrm>
          <a:prstGeom prst="roundRect">
            <a:avLst/>
          </a:prstGeom>
          <a:solidFill>
            <a:srgbClr val="DD8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25C497A-2F06-AF5F-1CEB-306968D3B0B6}"/>
              </a:ext>
            </a:extLst>
          </p:cNvPr>
          <p:cNvSpPr/>
          <p:nvPr/>
        </p:nvSpPr>
        <p:spPr>
          <a:xfrm>
            <a:off x="696000" y="3867981"/>
            <a:ext cx="7001293" cy="540000"/>
          </a:xfrm>
          <a:prstGeom prst="roundRect">
            <a:avLst/>
          </a:prstGeom>
          <a:solidFill>
            <a:srgbClr val="D7AF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6" name="图片 525">
            <a:extLst>
              <a:ext uri="{FF2B5EF4-FFF2-40B4-BE49-F238E27FC236}">
                <a16:creationId xmlns:a16="http://schemas.microsoft.com/office/drawing/2014/main" id="{2BE47752-ECD9-C656-CA5C-339B3EB8CC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216AB818-903C-57F9-BC9A-66310B837D5C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152BE19A-977F-6FBB-81EC-1979E4DEC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5D95D67A-51F1-2D89-D5A8-5CD70E4A91B2}"/>
              </a:ext>
            </a:extLst>
          </p:cNvPr>
          <p:cNvSpPr txBox="1"/>
          <p:nvPr/>
        </p:nvSpPr>
        <p:spPr>
          <a:xfrm>
            <a:off x="1102575" y="294825"/>
            <a:ext cx="411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Drop Table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0C0B41-5ACD-C782-13D0-DD32A9FEC4D2}"/>
              </a:ext>
            </a:extLst>
          </p:cNvPr>
          <p:cNvSpPr txBox="1"/>
          <p:nvPr/>
        </p:nvSpPr>
        <p:spPr>
          <a:xfrm>
            <a:off x="2342447" y="916701"/>
            <a:ext cx="8015755" cy="5277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</a:pPr>
            <a:r>
              <a:rPr lang="zh-CN" altLang="en-US" sz="2400" b="1" spc="3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什么是</a:t>
            </a:r>
            <a:r>
              <a:rPr lang="en-US" altLang="zh-CN" sz="2400" b="1" spc="3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Drop Table</a:t>
            </a:r>
            <a:r>
              <a:rPr lang="zh-CN" altLang="en-US" sz="2400" b="1" spc="3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？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DROP TABLE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SQL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中的数据定义语言（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DDL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）语句，用于删除数据库中的表。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语法：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DROP TABLE table_name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1. DROP TABLE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关键字，表示删除表操作。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2. table_name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表示要删除的表名。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2400" b="1" spc="3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Drop Table</a:t>
            </a:r>
            <a:r>
              <a:rPr lang="zh-CN" altLang="en-US" sz="2400" b="1" spc="3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执行结果：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删除表的元数据信息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删除表的数据文件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从数据库的表列表中移除该表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释放相关的系统资源</a:t>
            </a:r>
            <a:endParaRPr lang="zh-CN" altLang="en-US" sz="200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8753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3B3012B0-E7FD-2E9A-B22F-577517167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AEEC2BD5-C5AB-55FC-2CFD-B676D3C6D3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D1F7320C-0EE9-BB31-77D9-0C0687AB94B2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12B36750-55DC-693A-D37F-7C5F396E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F23D9246-8ED6-781F-9127-C7560199FB7B}"/>
              </a:ext>
            </a:extLst>
          </p:cNvPr>
          <p:cNvSpPr txBox="1"/>
          <p:nvPr/>
        </p:nvSpPr>
        <p:spPr>
          <a:xfrm>
            <a:off x="1102575" y="294825"/>
            <a:ext cx="411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b="1" dirty="0">
                <a:solidFill>
                  <a:srgbClr val="B13719"/>
                </a:solidFill>
                <a:cs typeface="+mn-ea"/>
              </a:rPr>
              <a:t>Drop Table </a:t>
            </a:r>
            <a:r>
              <a:rPr lang="zh-CN" altLang="en-US" sz="2800" b="1" dirty="0">
                <a:solidFill>
                  <a:srgbClr val="B13719"/>
                </a:solidFill>
                <a:cs typeface="+mn-ea"/>
              </a:rPr>
              <a:t>使用场景</a:t>
            </a:r>
            <a:endParaRPr lang="zh-CN" altLang="zh-CN" sz="2800" b="1" dirty="0">
              <a:solidFill>
                <a:srgbClr val="B13719"/>
              </a:solidFill>
              <a:cs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C9C92E-451F-9EEC-7133-2DA7EAF96253}"/>
              </a:ext>
            </a:extLst>
          </p:cNvPr>
          <p:cNvSpPr txBox="1"/>
          <p:nvPr/>
        </p:nvSpPr>
        <p:spPr>
          <a:xfrm>
            <a:off x="2149970" y="2101224"/>
            <a:ext cx="7892059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2CC352-2E8F-20EC-317F-0E5526FF3D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r="23137"/>
          <a:stretch>
            <a:fillRect/>
          </a:stretch>
        </p:blipFill>
        <p:spPr>
          <a:xfrm>
            <a:off x="1725575" y="1222426"/>
            <a:ext cx="9322381" cy="541016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155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AE1A4AEE-DAFD-9BA5-7C62-82005C59D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7AA54C35-48A5-BEB3-335E-77FB29C2AA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14F90A68-0AA7-5B08-551A-D510984EABDE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6B2891D5-29DD-7DB1-4E86-8E851D8BE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09BFCE4D-7319-F4E7-416A-964EF27BB293}"/>
              </a:ext>
            </a:extLst>
          </p:cNvPr>
          <p:cNvSpPr txBox="1"/>
          <p:nvPr/>
        </p:nvSpPr>
        <p:spPr>
          <a:xfrm>
            <a:off x="1102575" y="294825"/>
            <a:ext cx="411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Drop Table 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学习目标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18A31DC-71FB-A1FA-1264-3C2A1DDCF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357131"/>
              </p:ext>
            </p:extLst>
          </p:nvPr>
        </p:nvGraphicFramePr>
        <p:xfrm>
          <a:off x="2803219" y="2794135"/>
          <a:ext cx="6585559" cy="3560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5559">
                  <a:extLst>
                    <a:ext uri="{9D8B030D-6E8A-4147-A177-3AD203B41FA5}">
                      <a16:colId xmlns:a16="http://schemas.microsoft.com/office/drawing/2014/main" val="1208735786"/>
                    </a:ext>
                  </a:extLst>
                </a:gridCol>
              </a:tblGrid>
              <a:tr h="58962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1. </a:t>
                      </a:r>
                      <a:r>
                        <a:rPr lang="zh-CN" altLang="en-US" sz="2000" dirty="0"/>
                        <a:t>理解</a:t>
                      </a:r>
                      <a:r>
                        <a:rPr lang="en-US" altLang="zh-CN" sz="2000" dirty="0"/>
                        <a:t>Drop Table </a:t>
                      </a:r>
                      <a:r>
                        <a:rPr lang="zh-CN" altLang="en-US" sz="2000" dirty="0"/>
                        <a:t>语句的语法和语义</a:t>
                      </a:r>
                    </a:p>
                  </a:txBody>
                  <a:tcPr anchor="ctr" anchorCtr="1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989975"/>
                  </a:ext>
                </a:extLst>
              </a:tr>
              <a:tr h="74277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    2. </a:t>
                      </a:r>
                      <a:r>
                        <a:rPr lang="zh-CN" altLang="en-US" sz="2000" dirty="0"/>
                        <a:t>掌握</a:t>
                      </a:r>
                      <a:r>
                        <a:rPr lang="en-US" altLang="zh-CN" sz="2000" dirty="0"/>
                        <a:t>SQL</a:t>
                      </a:r>
                      <a:r>
                        <a:rPr lang="zh-CN" altLang="en-US" sz="2000" dirty="0"/>
                        <a:t>解析器的执行流程和工作原理</a:t>
                      </a:r>
                    </a:p>
                  </a:txBody>
                  <a:tcPr anchor="ctr" anchorCtr="1">
                    <a:solidFill>
                      <a:srgbClr val="F9D6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453657"/>
                  </a:ext>
                </a:extLst>
              </a:tr>
              <a:tr h="74277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3. </a:t>
                      </a:r>
                      <a:r>
                        <a:rPr lang="zh-CN" altLang="en-US" sz="2000" dirty="0"/>
                        <a:t>了解数据库引擎的文件管理</a:t>
                      </a:r>
                    </a:p>
                  </a:txBody>
                  <a:tcPr anchor="ctr" anchorCtr="1">
                    <a:solidFill>
                      <a:srgbClr val="F9D6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569439"/>
                  </a:ext>
                </a:extLst>
              </a:tr>
              <a:tr h="74277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4. </a:t>
                      </a:r>
                      <a:r>
                        <a:rPr lang="zh-CN" altLang="en-US" sz="2000" dirty="0"/>
                        <a:t>实现数据库系统的模块化设计</a:t>
                      </a:r>
                    </a:p>
                  </a:txBody>
                  <a:tcPr anchor="ctr" anchorCtr="1">
                    <a:solidFill>
                      <a:srgbClr val="F9D6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2967"/>
                  </a:ext>
                </a:extLst>
              </a:tr>
              <a:tr h="74277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5. </a:t>
                      </a:r>
                      <a:r>
                        <a:rPr lang="zh-CN" altLang="en-US" sz="2000" dirty="0"/>
                        <a:t>学习数据库系统的错误处理机制</a:t>
                      </a:r>
                    </a:p>
                  </a:txBody>
                  <a:tcPr anchor="ctr" anchorCtr="1">
                    <a:solidFill>
                      <a:srgbClr val="F9D6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47825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0DBDA590-822B-59F3-7CA2-C7474B41A7D5}"/>
              </a:ext>
            </a:extLst>
          </p:cNvPr>
          <p:cNvSpPr txBox="1"/>
          <p:nvPr/>
        </p:nvSpPr>
        <p:spPr>
          <a:xfrm>
            <a:off x="1025805" y="1322224"/>
            <a:ext cx="10140389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spc="300" dirty="0">
                <a:solidFill>
                  <a:srgbClr val="735B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Drop Table</a:t>
            </a:r>
            <a:r>
              <a:rPr lang="zh-CN" altLang="en-US" sz="2000" spc="300" dirty="0">
                <a:solidFill>
                  <a:srgbClr val="735B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作为一个数据库的基础功能，总体实现并不复杂。但通过实现和调试</a:t>
            </a:r>
            <a:r>
              <a:rPr lang="en-US" altLang="zh-CN" sz="2000" spc="300" dirty="0">
                <a:solidFill>
                  <a:srgbClr val="735B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Drop Table</a:t>
            </a:r>
            <a:r>
              <a:rPr lang="zh-CN" altLang="en-US" sz="2000" spc="300" dirty="0">
                <a:solidFill>
                  <a:srgbClr val="735B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，可以大体的了解整个数据库的执行流程：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9372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B2B2BBFE-8B7F-4567-E9F1-74728818A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7433F23E-3ABD-5DE9-7891-6C6AF6ABCA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3509A007-D9DE-900B-B525-346E9D2967AA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0B584F27-561A-4CFA-6057-B84179B93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0AEFE002-CD88-1383-05E4-581573C32EBC}"/>
              </a:ext>
            </a:extLst>
          </p:cNvPr>
          <p:cNvSpPr txBox="1"/>
          <p:nvPr/>
        </p:nvSpPr>
        <p:spPr>
          <a:xfrm>
            <a:off x="1102575" y="294825"/>
            <a:ext cx="411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Drop Table</a:t>
            </a:r>
          </a:p>
        </p:txBody>
      </p:sp>
      <p:grpSp>
        <p:nvGrpSpPr>
          <p:cNvPr id="267" name="组合 266">
            <a:extLst>
              <a:ext uri="{FF2B5EF4-FFF2-40B4-BE49-F238E27FC236}">
                <a16:creationId xmlns:a16="http://schemas.microsoft.com/office/drawing/2014/main" id="{F89EEDC5-3069-D49C-0D20-24C685DFC4B5}"/>
              </a:ext>
            </a:extLst>
          </p:cNvPr>
          <p:cNvGrpSpPr/>
          <p:nvPr/>
        </p:nvGrpSpPr>
        <p:grpSpPr>
          <a:xfrm>
            <a:off x="2766506" y="1108113"/>
            <a:ext cx="6658989" cy="5493766"/>
            <a:chOff x="3031953" y="1108113"/>
            <a:chExt cx="6658989" cy="549376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776B7860-739D-C02B-D33F-4C5057D78389}"/>
                </a:ext>
              </a:extLst>
            </p:cNvPr>
            <p:cNvSpPr/>
            <p:nvPr/>
          </p:nvSpPr>
          <p:spPr>
            <a:xfrm>
              <a:off x="3031953" y="1108113"/>
              <a:ext cx="1778696" cy="485275"/>
            </a:xfrm>
            <a:prstGeom prst="rect">
              <a:avLst/>
            </a:prstGeom>
            <a:solidFill>
              <a:srgbClr val="F9D6B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Drop Table</a:t>
              </a:r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8BA795A-106E-0FE0-E23D-BCA067004BC2}"/>
                </a:ext>
              </a:extLst>
            </p:cNvPr>
            <p:cNvSpPr/>
            <p:nvPr/>
          </p:nvSpPr>
          <p:spPr>
            <a:xfrm>
              <a:off x="3031953" y="1908596"/>
              <a:ext cx="1778696" cy="485275"/>
            </a:xfrm>
            <a:prstGeom prst="rect">
              <a:avLst/>
            </a:prstGeom>
            <a:solidFill>
              <a:srgbClr val="FFEEC6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词法解析器（</a:t>
              </a:r>
              <a:r>
                <a:rPr lang="en-US" altLang="zh-CN" sz="1050" b="1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lex_sql.l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C8A5290-17C3-00E9-D9B0-A6C55AA78432}"/>
                </a:ext>
              </a:extLst>
            </p:cNvPr>
            <p:cNvSpPr/>
            <p:nvPr/>
          </p:nvSpPr>
          <p:spPr>
            <a:xfrm>
              <a:off x="3031953" y="2709078"/>
              <a:ext cx="1778696" cy="485275"/>
            </a:xfrm>
            <a:prstGeom prst="rect">
              <a:avLst/>
            </a:prstGeom>
            <a:solidFill>
              <a:srgbClr val="FFEEC6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语法解析</a:t>
              </a:r>
              <a:r>
                <a:rPr lang="zh-CN" altLang="en-US" sz="105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器（</a:t>
              </a:r>
              <a:r>
                <a:rPr lang="en-US" altLang="zh-CN" sz="1050" b="1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yacc_sql.y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FD9CAA9-56AD-B4C0-5201-018A88F72F07}"/>
                </a:ext>
              </a:extLst>
            </p:cNvPr>
            <p:cNvSpPr/>
            <p:nvPr/>
          </p:nvSpPr>
          <p:spPr>
            <a:xfrm>
              <a:off x="5435242" y="2709078"/>
              <a:ext cx="1778696" cy="485275"/>
            </a:xfrm>
            <a:prstGeom prst="rect">
              <a:avLst/>
            </a:prstGeom>
            <a:solidFill>
              <a:srgbClr val="FFEEC6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DropTableSqlNode</a:t>
              </a:r>
              <a:endPara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00B86AE-EB74-66E6-EB7C-61525AEED957}"/>
                </a:ext>
              </a:extLst>
            </p:cNvPr>
            <p:cNvSpPr/>
            <p:nvPr/>
          </p:nvSpPr>
          <p:spPr>
            <a:xfrm>
              <a:off x="5435242" y="3501181"/>
              <a:ext cx="1778696" cy="485275"/>
            </a:xfrm>
            <a:prstGeom prst="rect">
              <a:avLst/>
            </a:prstGeom>
            <a:solidFill>
              <a:srgbClr val="F9F7ED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DropTableSql</a:t>
              </a:r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::Drop</a:t>
              </a:r>
              <a:endPara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C73E21A-F3BA-1308-B865-4E1B344F21A8}"/>
                </a:ext>
              </a:extLst>
            </p:cNvPr>
            <p:cNvSpPr/>
            <p:nvPr/>
          </p:nvSpPr>
          <p:spPr>
            <a:xfrm>
              <a:off x="5435242" y="4293284"/>
              <a:ext cx="1778696" cy="485275"/>
            </a:xfrm>
            <a:prstGeom prst="rect">
              <a:avLst/>
            </a:prstGeom>
            <a:solidFill>
              <a:srgbClr val="F9F7ED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DropTableExecutor</a:t>
              </a:r>
              <a:endPara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2C940CB-3D43-1BE3-9B8C-498CE58271A2}"/>
                </a:ext>
              </a:extLst>
            </p:cNvPr>
            <p:cNvSpPr/>
            <p:nvPr/>
          </p:nvSpPr>
          <p:spPr>
            <a:xfrm>
              <a:off x="5435242" y="5085386"/>
              <a:ext cx="1778696" cy="485275"/>
            </a:xfrm>
            <a:prstGeom prst="rect">
              <a:avLst/>
            </a:prstGeom>
            <a:solidFill>
              <a:srgbClr val="D6E4FD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DataBase</a:t>
              </a:r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::</a:t>
              </a:r>
              <a:r>
                <a:rPr lang="en-US" altLang="zh-CN" sz="1050" b="1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DropTable</a:t>
              </a:r>
              <a:endPara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CAB69A0-FF15-9BD3-CFFF-8A3D2E7E22CA}"/>
                </a:ext>
              </a:extLst>
            </p:cNvPr>
            <p:cNvSpPr/>
            <p:nvPr/>
          </p:nvSpPr>
          <p:spPr>
            <a:xfrm>
              <a:off x="7843136" y="4293284"/>
              <a:ext cx="1778696" cy="485275"/>
            </a:xfrm>
            <a:prstGeom prst="rect">
              <a:avLst/>
            </a:prstGeom>
            <a:solidFill>
              <a:srgbClr val="D1E5CE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实现删表的逻辑</a:t>
              </a: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1531A2A7-72A1-4654-627D-984101D40079}"/>
                </a:ext>
              </a:extLst>
            </p:cNvPr>
            <p:cNvSpPr/>
            <p:nvPr/>
          </p:nvSpPr>
          <p:spPr>
            <a:xfrm>
              <a:off x="3148148" y="6039951"/>
              <a:ext cx="1550093" cy="485275"/>
            </a:xfrm>
            <a:prstGeom prst="roundRect">
              <a:avLst/>
            </a:prstGeom>
            <a:solidFill>
              <a:srgbClr val="F9D6B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找到要删除的表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FC2F1090-BBE7-F69A-D0DF-746AF1821649}"/>
                </a:ext>
              </a:extLst>
            </p:cNvPr>
            <p:cNvSpPr/>
            <p:nvPr/>
          </p:nvSpPr>
          <p:spPr>
            <a:xfrm>
              <a:off x="5048684" y="6039951"/>
              <a:ext cx="1550093" cy="485275"/>
            </a:xfrm>
            <a:prstGeom prst="roundRect">
              <a:avLst/>
            </a:prstGeom>
            <a:solidFill>
              <a:srgbClr val="F9D6B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获取文件路径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5A30F90C-CCE4-08D3-9EA4-A42C4D730B09}"/>
                </a:ext>
              </a:extLst>
            </p:cNvPr>
            <p:cNvSpPr/>
            <p:nvPr/>
          </p:nvSpPr>
          <p:spPr>
            <a:xfrm>
              <a:off x="6949220" y="6039951"/>
              <a:ext cx="1550093" cy="485275"/>
            </a:xfrm>
            <a:prstGeom prst="roundRect">
              <a:avLst/>
            </a:prstGeom>
            <a:solidFill>
              <a:srgbClr val="F9D6B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删除文件</a:t>
              </a: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3473CFBE-37CB-AF6C-E01D-6FF7E4A888F9}"/>
                </a:ext>
              </a:extLst>
            </p:cNvPr>
            <p:cNvGrpSpPr/>
            <p:nvPr/>
          </p:nvGrpSpPr>
          <p:grpSpPr>
            <a:xfrm>
              <a:off x="8621154" y="5963298"/>
              <a:ext cx="1069788" cy="638581"/>
              <a:chOff x="9577106" y="5742527"/>
              <a:chExt cx="1069788" cy="638581"/>
            </a:xfrm>
          </p:grpSpPr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4581EE18-E4ED-244F-A9AF-122C2AE07597}"/>
                  </a:ext>
                </a:extLst>
              </p:cNvPr>
              <p:cNvSpPr/>
              <p:nvPr/>
            </p:nvSpPr>
            <p:spPr>
              <a:xfrm>
                <a:off x="9789459" y="5742527"/>
                <a:ext cx="645083" cy="638581"/>
              </a:xfrm>
              <a:prstGeom prst="ellipse">
                <a:avLst/>
              </a:prstGeom>
              <a:solidFill>
                <a:srgbClr val="F9F7ED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C28A5D3-E439-7BC2-3D75-86CF8677D13B}"/>
                  </a:ext>
                </a:extLst>
              </p:cNvPr>
              <p:cNvSpPr txBox="1"/>
              <p:nvPr/>
            </p:nvSpPr>
            <p:spPr>
              <a:xfrm>
                <a:off x="9577106" y="5931012"/>
                <a:ext cx="1069788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5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Success</a:t>
                </a:r>
                <a:endPara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336FA805-42D7-314A-6D97-635FD310C661}"/>
                </a:ext>
              </a:extLst>
            </p:cNvPr>
            <p:cNvCxnSpPr/>
            <p:nvPr/>
          </p:nvCxnSpPr>
          <p:spPr>
            <a:xfrm>
              <a:off x="3921301" y="1593388"/>
              <a:ext cx="0" cy="315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646DA985-6513-542D-D628-E07EF2A4C0A8}"/>
                </a:ext>
              </a:extLst>
            </p:cNvPr>
            <p:cNvCxnSpPr/>
            <p:nvPr/>
          </p:nvCxnSpPr>
          <p:spPr>
            <a:xfrm>
              <a:off x="3921301" y="2393871"/>
              <a:ext cx="0" cy="315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7F9DB15F-38E5-6A28-963D-031685AFDE9E}"/>
                </a:ext>
              </a:extLst>
            </p:cNvPr>
            <p:cNvCxnSpPr/>
            <p:nvPr/>
          </p:nvCxnSpPr>
          <p:spPr>
            <a:xfrm>
              <a:off x="6281323" y="3194353"/>
              <a:ext cx="0" cy="315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520DC0F4-104B-ABC5-702D-0F3006569FD3}"/>
                </a:ext>
              </a:extLst>
            </p:cNvPr>
            <p:cNvCxnSpPr/>
            <p:nvPr/>
          </p:nvCxnSpPr>
          <p:spPr>
            <a:xfrm>
              <a:off x="6288119" y="3978076"/>
              <a:ext cx="0" cy="315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C1968204-FABA-FDA4-192B-2A639218966E}"/>
                </a:ext>
              </a:extLst>
            </p:cNvPr>
            <p:cNvCxnSpPr/>
            <p:nvPr/>
          </p:nvCxnSpPr>
          <p:spPr>
            <a:xfrm>
              <a:off x="6281323" y="4770178"/>
              <a:ext cx="0" cy="3152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14112E16-D6F9-3EC7-9479-8AA3389AB229}"/>
                </a:ext>
              </a:extLst>
            </p:cNvPr>
            <p:cNvCxnSpPr>
              <a:cxnSpLocks/>
            </p:cNvCxnSpPr>
            <p:nvPr/>
          </p:nvCxnSpPr>
          <p:spPr>
            <a:xfrm>
              <a:off x="4810649" y="2951716"/>
              <a:ext cx="6245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6B174DBD-1C65-53F4-5A3B-2CD4E7BF56EC}"/>
                </a:ext>
              </a:extLst>
            </p:cNvPr>
            <p:cNvCxnSpPr>
              <a:cxnSpLocks/>
            </p:cNvCxnSpPr>
            <p:nvPr/>
          </p:nvCxnSpPr>
          <p:spPr>
            <a:xfrm>
              <a:off x="7213938" y="4535922"/>
              <a:ext cx="6291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6" name="直接箭头连接符 255">
              <a:extLst>
                <a:ext uri="{FF2B5EF4-FFF2-40B4-BE49-F238E27FC236}">
                  <a16:creationId xmlns:a16="http://schemas.microsoft.com/office/drawing/2014/main" id="{C98F2B9A-43CC-495A-108A-175F7429368E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 flipH="1">
              <a:off x="3923195" y="5328024"/>
              <a:ext cx="1512047" cy="7119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2" name="直接箭头连接符 261">
              <a:extLst>
                <a:ext uri="{FF2B5EF4-FFF2-40B4-BE49-F238E27FC236}">
                  <a16:creationId xmlns:a16="http://schemas.microsoft.com/office/drawing/2014/main" id="{64B46B26-940A-11F4-6937-7C364068676D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>
              <a:off x="4698241" y="6282589"/>
              <a:ext cx="3504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5" name="直接箭头连接符 264">
              <a:extLst>
                <a:ext uri="{FF2B5EF4-FFF2-40B4-BE49-F238E27FC236}">
                  <a16:creationId xmlns:a16="http://schemas.microsoft.com/office/drawing/2014/main" id="{5F7BB504-ED6C-18CC-D1FC-912080FBDEFD}"/>
                </a:ext>
              </a:extLst>
            </p:cNvPr>
            <p:cNvCxnSpPr>
              <a:cxnSpLocks/>
            </p:cNvCxnSpPr>
            <p:nvPr/>
          </p:nvCxnSpPr>
          <p:spPr>
            <a:xfrm>
              <a:off x="6598777" y="6282589"/>
              <a:ext cx="3504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6" name="直接箭头连接符 265">
              <a:extLst>
                <a:ext uri="{FF2B5EF4-FFF2-40B4-BE49-F238E27FC236}">
                  <a16:creationId xmlns:a16="http://schemas.microsoft.com/office/drawing/2014/main" id="{3CFCF63B-F6F9-DAD4-CE99-13F1EB70ED38}"/>
                </a:ext>
              </a:extLst>
            </p:cNvPr>
            <p:cNvCxnSpPr>
              <a:cxnSpLocks/>
            </p:cNvCxnSpPr>
            <p:nvPr/>
          </p:nvCxnSpPr>
          <p:spPr>
            <a:xfrm>
              <a:off x="8499313" y="6282589"/>
              <a:ext cx="3504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4474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3B611BFC-599C-A186-EF34-73E45005C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689BE749-6011-E387-AA45-ADAB8B3D65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B4426B46-9C9F-2A84-BB08-3F9FFECC225A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3B6C0E1C-C9D5-29AD-D9B0-F7EEC3ABC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E6ED212D-9384-7324-3E8C-69AB85C4219A}"/>
              </a:ext>
            </a:extLst>
          </p:cNvPr>
          <p:cNvSpPr txBox="1"/>
          <p:nvPr/>
        </p:nvSpPr>
        <p:spPr>
          <a:xfrm>
            <a:off x="1102575" y="294825"/>
            <a:ext cx="411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Drop Table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D797EFB-706E-7ACD-0FE1-8370C56D6A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2399" y="818045"/>
            <a:ext cx="8056881" cy="611002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708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026A9D30-C27F-2C95-F099-332AF3781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2F4CB37B-084F-06D6-97B5-91AD252681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26CF515C-C451-135C-1E75-CB14FF3D39AE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DC229795-EB3C-0CF4-479C-94D34CCC7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EB036C17-7A7B-CE6E-FD5A-22B87580A33D}"/>
              </a:ext>
            </a:extLst>
          </p:cNvPr>
          <p:cNvSpPr txBox="1"/>
          <p:nvPr/>
        </p:nvSpPr>
        <p:spPr>
          <a:xfrm>
            <a:off x="1102575" y="294825"/>
            <a:ext cx="411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Drop Table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C2C20C6-6960-D0EB-C445-B8CD4DE3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5472" y="754227"/>
            <a:ext cx="9213953" cy="478904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96A801E-0B03-4151-BD10-81B6525CD580}"/>
              </a:ext>
            </a:extLst>
          </p:cNvPr>
          <p:cNvSpPr txBox="1"/>
          <p:nvPr/>
        </p:nvSpPr>
        <p:spPr>
          <a:xfrm>
            <a:off x="828422" y="5509745"/>
            <a:ext cx="10535157" cy="1053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spc="300" dirty="0">
                <a:solidFill>
                  <a:srgbClr val="735B5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删表流程：</a:t>
            </a:r>
            <a:endParaRPr lang="en-US" altLang="zh-CN" sz="2400" b="1" spc="300" dirty="0">
              <a:solidFill>
                <a:srgbClr val="735B5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执行器获取语句与会话信息，解析出表名后调用数据库引擎的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drop_table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方法完成表删除。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360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0CB168ED-FB47-295A-C32E-4AAD8B264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D42EEE94-83C3-8223-9080-C63417962B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5DFF2A77-1011-94E4-0689-CF210ABAB402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FE429BD5-45C8-578F-CBF6-75EDF7B07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41A8BEDD-D091-13AA-BCD4-644B44BE9BAF}"/>
              </a:ext>
            </a:extLst>
          </p:cNvPr>
          <p:cNvSpPr txBox="1"/>
          <p:nvPr/>
        </p:nvSpPr>
        <p:spPr>
          <a:xfrm>
            <a:off x="1102575" y="294825"/>
            <a:ext cx="411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drop_table()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详细实现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49CA10-89E8-5C14-7056-A379FC6DDDBD}"/>
              </a:ext>
            </a:extLst>
          </p:cNvPr>
          <p:cNvSpPr txBox="1"/>
          <p:nvPr/>
        </p:nvSpPr>
        <p:spPr>
          <a:xfrm>
            <a:off x="598232" y="1043249"/>
            <a:ext cx="10720007" cy="282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session-&gt;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get_current_db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()-&gt;drop_table(table_name)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drop_table()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方法需要在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db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中单独实现，这是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drop table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的核心删除逻辑。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代码实现并不复杂，但有一些注意事项：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b="1" spc="300" dirty="0">
                <a:solidFill>
                  <a:srgbClr val="735B5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内存与磁盘一致性：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先从内存结构中删除表对象，再删除磁盘文件，确保系统状态同步。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b="1" spc="300" dirty="0">
                <a:solidFill>
                  <a:srgbClr val="735B5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安全校验：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操作前要检查表是否存在，避免非法删除。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b="1" spc="300" dirty="0">
                <a:solidFill>
                  <a:srgbClr val="735B5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注意资源释放：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需要调用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delete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释放内存，避免内存泄漏。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b="1" spc="300" dirty="0">
                <a:solidFill>
                  <a:srgbClr val="735B5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完善日志处理：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文件删除失败要定义和返回具体的错误码，方便定位问题。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34" name="组合 533">
            <a:extLst>
              <a:ext uri="{FF2B5EF4-FFF2-40B4-BE49-F238E27FC236}">
                <a16:creationId xmlns:a16="http://schemas.microsoft.com/office/drawing/2014/main" id="{E527204D-4114-1005-A700-0469CADBA0A4}"/>
              </a:ext>
            </a:extLst>
          </p:cNvPr>
          <p:cNvGrpSpPr/>
          <p:nvPr/>
        </p:nvGrpSpPr>
        <p:grpSpPr>
          <a:xfrm>
            <a:off x="182380" y="4182932"/>
            <a:ext cx="11903893" cy="2364399"/>
            <a:chOff x="182380" y="4182932"/>
            <a:chExt cx="11903893" cy="2364399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90BC4F4-3577-FC9B-B61C-50B4C00CD029}"/>
                </a:ext>
              </a:extLst>
            </p:cNvPr>
            <p:cNvSpPr/>
            <p:nvPr/>
          </p:nvSpPr>
          <p:spPr>
            <a:xfrm>
              <a:off x="182380" y="5125737"/>
              <a:ext cx="988103" cy="481391"/>
            </a:xfrm>
            <a:prstGeom prst="rect">
              <a:avLst/>
            </a:prstGeom>
            <a:solidFill>
              <a:srgbClr val="F9D6B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开始</a:t>
              </a:r>
              <a:endPara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Dd::</a:t>
              </a:r>
              <a:r>
                <a:rPr lang="en-US" altLang="zh-CN" sz="9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drop_table</a:t>
              </a:r>
              <a:endPara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9CB05D78-2A34-DD53-E99C-FB2CA97CEE3F}"/>
                </a:ext>
              </a:extLst>
            </p:cNvPr>
            <p:cNvGrpSpPr/>
            <p:nvPr/>
          </p:nvGrpSpPr>
          <p:grpSpPr>
            <a:xfrm>
              <a:off x="1656529" y="5080767"/>
              <a:ext cx="703182" cy="568732"/>
              <a:chOff x="1527307" y="6031434"/>
              <a:chExt cx="703182" cy="568732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A5D3D53-9C0E-CB91-48A3-5495454AFC02}"/>
                  </a:ext>
                </a:extLst>
              </p:cNvPr>
              <p:cNvSpPr/>
              <p:nvPr/>
            </p:nvSpPr>
            <p:spPr>
              <a:xfrm rot="18931431">
                <a:off x="1527307" y="6031434"/>
                <a:ext cx="588198" cy="568732"/>
              </a:xfrm>
              <a:prstGeom prst="rect">
                <a:avLst/>
              </a:prstGeom>
              <a:solidFill>
                <a:srgbClr val="FFEEC6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78E6A14-C5B0-96B6-1F1F-F523E772635A}"/>
                  </a:ext>
                </a:extLst>
              </p:cNvPr>
              <p:cNvSpPr txBox="1"/>
              <p:nvPr/>
            </p:nvSpPr>
            <p:spPr>
              <a:xfrm>
                <a:off x="1532862" y="6192689"/>
                <a:ext cx="69762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dirty="0"/>
                  <a:t>表存在？</a:t>
                </a:r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95C22EB-AAE7-D086-36CC-9059E50E4427}"/>
                </a:ext>
              </a:extLst>
            </p:cNvPr>
            <p:cNvSpPr txBox="1"/>
            <p:nvPr/>
          </p:nvSpPr>
          <p:spPr>
            <a:xfrm>
              <a:off x="2316067" y="5553140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highlight>
                    <a:srgbClr val="D6E4FD"/>
                  </a:highlight>
                </a:rPr>
                <a:t>是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E627C5F-AC6A-7216-9DC9-573FA709F184}"/>
                </a:ext>
              </a:extLst>
            </p:cNvPr>
            <p:cNvSpPr/>
            <p:nvPr/>
          </p:nvSpPr>
          <p:spPr>
            <a:xfrm>
              <a:off x="2855310" y="5583453"/>
              <a:ext cx="988103" cy="481391"/>
            </a:xfrm>
            <a:prstGeom prst="rect">
              <a:avLst/>
            </a:prstGeom>
            <a:solidFill>
              <a:srgbClr val="F9F7ED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内存清理</a:t>
              </a:r>
              <a:endPara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移除表对象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6E77586-DD98-43A4-993D-749619271EBB}"/>
                </a:ext>
              </a:extLst>
            </p:cNvPr>
            <p:cNvSpPr/>
            <p:nvPr/>
          </p:nvSpPr>
          <p:spPr>
            <a:xfrm>
              <a:off x="4112599" y="5583453"/>
              <a:ext cx="988103" cy="481391"/>
            </a:xfrm>
            <a:prstGeom prst="rect">
              <a:avLst/>
            </a:prstGeom>
            <a:solidFill>
              <a:srgbClr val="F9F7ED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删除元数据文件</a:t>
              </a: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3A581C5A-CCE4-E769-52FE-07F701DE53A4}"/>
                </a:ext>
              </a:extLst>
            </p:cNvPr>
            <p:cNvGrpSpPr/>
            <p:nvPr/>
          </p:nvGrpSpPr>
          <p:grpSpPr>
            <a:xfrm>
              <a:off x="5484434" y="5530385"/>
              <a:ext cx="634902" cy="568732"/>
              <a:chOff x="5564452" y="6217502"/>
              <a:chExt cx="634902" cy="568732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2C89924-0E78-C861-0C7D-A731E06B4FDC}"/>
                  </a:ext>
                </a:extLst>
              </p:cNvPr>
              <p:cNvSpPr/>
              <p:nvPr/>
            </p:nvSpPr>
            <p:spPr>
              <a:xfrm rot="18931431">
                <a:off x="5564452" y="6217502"/>
                <a:ext cx="588198" cy="568732"/>
              </a:xfrm>
              <a:prstGeom prst="rect">
                <a:avLst/>
              </a:prstGeom>
              <a:solidFill>
                <a:srgbClr val="FFEEC6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D3E6FF9-8897-98D9-2B5F-821800D865F2}"/>
                  </a:ext>
                </a:extLst>
              </p:cNvPr>
              <p:cNvSpPr txBox="1"/>
              <p:nvPr/>
            </p:nvSpPr>
            <p:spPr>
              <a:xfrm>
                <a:off x="5629967" y="6378757"/>
                <a:ext cx="56938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dirty="0"/>
                  <a:t>成功？</a:t>
                </a:r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61F6A684-C042-F5C2-630E-B2664EBF3A05}"/>
                </a:ext>
              </a:extLst>
            </p:cNvPr>
            <p:cNvSpPr txBox="1"/>
            <p:nvPr/>
          </p:nvSpPr>
          <p:spPr>
            <a:xfrm>
              <a:off x="6096000" y="5920622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highlight>
                    <a:srgbClr val="D6E4FD"/>
                  </a:highlight>
                </a:rPr>
                <a:t>是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0B1533D-2E86-C046-1CED-F17DC36FDDA1}"/>
                </a:ext>
              </a:extLst>
            </p:cNvPr>
            <p:cNvSpPr/>
            <p:nvPr/>
          </p:nvSpPr>
          <p:spPr>
            <a:xfrm>
              <a:off x="6591215" y="5859890"/>
              <a:ext cx="988103" cy="481391"/>
            </a:xfrm>
            <a:prstGeom prst="rect">
              <a:avLst/>
            </a:prstGeom>
            <a:solidFill>
              <a:srgbClr val="F9F7ED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删除数据文件</a:t>
              </a: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F36345B9-61D4-6F1B-8C6B-B3A37D09B5AA}"/>
                </a:ext>
              </a:extLst>
            </p:cNvPr>
            <p:cNvGrpSpPr/>
            <p:nvPr/>
          </p:nvGrpSpPr>
          <p:grpSpPr>
            <a:xfrm>
              <a:off x="8077847" y="5845528"/>
              <a:ext cx="649892" cy="568732"/>
              <a:chOff x="7872524" y="6322359"/>
              <a:chExt cx="649892" cy="568732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2D860DC-E08F-D739-2CD9-7B52EA7F8147}"/>
                  </a:ext>
                </a:extLst>
              </p:cNvPr>
              <p:cNvSpPr/>
              <p:nvPr/>
            </p:nvSpPr>
            <p:spPr>
              <a:xfrm rot="18931431">
                <a:off x="7872524" y="6322359"/>
                <a:ext cx="588198" cy="568732"/>
              </a:xfrm>
              <a:prstGeom prst="rect">
                <a:avLst/>
              </a:prstGeom>
              <a:solidFill>
                <a:srgbClr val="FFEEC6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A8C8A3E-6993-D581-5661-257B00E13E54}"/>
                  </a:ext>
                </a:extLst>
              </p:cNvPr>
              <p:cNvSpPr txBox="1"/>
              <p:nvPr/>
            </p:nvSpPr>
            <p:spPr>
              <a:xfrm>
                <a:off x="7953029" y="6483614"/>
                <a:ext cx="56938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dirty="0"/>
                  <a:t>成功？</a:t>
                </a:r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4E597DD-A57D-D138-18FA-EBE1B8BCBD21}"/>
                </a:ext>
              </a:extLst>
            </p:cNvPr>
            <p:cNvSpPr txBox="1"/>
            <p:nvPr/>
          </p:nvSpPr>
          <p:spPr>
            <a:xfrm>
              <a:off x="8826569" y="6197621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highlight>
                    <a:srgbClr val="D6E4FD"/>
                  </a:highlight>
                </a:rPr>
                <a:t>是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2FF3171-8AA3-28C9-9EF6-4A5DC1CB5D68}"/>
                </a:ext>
              </a:extLst>
            </p:cNvPr>
            <p:cNvSpPr txBox="1"/>
            <p:nvPr/>
          </p:nvSpPr>
          <p:spPr>
            <a:xfrm>
              <a:off x="8826569" y="5568529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highlight>
                    <a:srgbClr val="D6E4FD"/>
                  </a:highlight>
                </a:rPr>
                <a:t>否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7DC0672-2741-5B38-7B27-41E546660384}"/>
                </a:ext>
              </a:extLst>
            </p:cNvPr>
            <p:cNvSpPr/>
            <p:nvPr/>
          </p:nvSpPr>
          <p:spPr>
            <a:xfrm>
              <a:off x="9590499" y="6065940"/>
              <a:ext cx="988103" cy="481391"/>
            </a:xfrm>
            <a:prstGeom prst="rect">
              <a:avLst/>
            </a:prstGeom>
            <a:solidFill>
              <a:srgbClr val="D6E4FD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9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返回成功</a:t>
              </a:r>
              <a:endPara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9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SUCCES</a:t>
              </a:r>
              <a:r>
                <a:rPr lang="en-US" altLang="zh-CN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2BD9727-DFE5-702E-6F65-57D78EB6C27A}"/>
                </a:ext>
              </a:extLst>
            </p:cNvPr>
            <p:cNvSpPr/>
            <p:nvPr/>
          </p:nvSpPr>
          <p:spPr>
            <a:xfrm>
              <a:off x="9325017" y="5124436"/>
              <a:ext cx="1519066" cy="481391"/>
            </a:xfrm>
            <a:prstGeom prst="rect">
              <a:avLst/>
            </a:prstGeom>
            <a:solidFill>
              <a:srgbClr val="D6E4FD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9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返回错误</a:t>
              </a:r>
              <a:endPara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IOERR_UNREMOVE</a:t>
              </a:r>
              <a:endPara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D228F63-03E0-352E-2E8F-6C882072173B}"/>
                </a:ext>
              </a:extLst>
            </p:cNvPr>
            <p:cNvSpPr/>
            <p:nvPr/>
          </p:nvSpPr>
          <p:spPr>
            <a:xfrm>
              <a:off x="9183779" y="4182932"/>
              <a:ext cx="1801543" cy="481391"/>
            </a:xfrm>
            <a:prstGeom prst="rect">
              <a:avLst/>
            </a:prstGeom>
            <a:solidFill>
              <a:srgbClr val="D6E4FD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返回错误</a:t>
              </a:r>
              <a:endPara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SCHEMA_TABLE _NOT _EXIST</a:t>
              </a:r>
              <a:endPara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7A63404F-6E8F-F661-9DFB-50E831CBE4E4}"/>
                </a:ext>
              </a:extLst>
            </p:cNvPr>
            <p:cNvSpPr/>
            <p:nvPr/>
          </p:nvSpPr>
          <p:spPr>
            <a:xfrm>
              <a:off x="11307359" y="4997400"/>
              <a:ext cx="778914" cy="735464"/>
            </a:xfrm>
            <a:prstGeom prst="ellipse">
              <a:avLst/>
            </a:prstGeom>
            <a:solidFill>
              <a:srgbClr val="D1E5CE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结束</a:t>
              </a:r>
              <a:endPara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77D6F07-C8FE-2A52-D303-57B07A5D3497}"/>
                </a:ext>
              </a:extLst>
            </p:cNvPr>
            <p:cNvSpPr txBox="1"/>
            <p:nvPr/>
          </p:nvSpPr>
          <p:spPr>
            <a:xfrm>
              <a:off x="7578365" y="5248190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highlight>
                    <a:srgbClr val="D6E4FD"/>
                  </a:highlight>
                </a:rPr>
                <a:t>否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0CC2580-D236-06CC-046C-E33E8EC5E091}"/>
                </a:ext>
              </a:extLst>
            </p:cNvPr>
            <p:cNvSpPr txBox="1"/>
            <p:nvPr/>
          </p:nvSpPr>
          <p:spPr>
            <a:xfrm>
              <a:off x="5619681" y="4359489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highlight>
                    <a:srgbClr val="D6E4FD"/>
                  </a:highlight>
                </a:rPr>
                <a:t>否</a:t>
              </a: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54DA92A6-D81D-361F-09B3-D457CF40C065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>
              <a:off x="1170483" y="5366433"/>
              <a:ext cx="3920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6" name="直接箭头连接符 255">
              <a:extLst>
                <a:ext uri="{FF2B5EF4-FFF2-40B4-BE49-F238E27FC236}">
                  <a16:creationId xmlns:a16="http://schemas.microsoft.com/office/drawing/2014/main" id="{93D6B761-FCCC-070C-FB4A-D76387147C7E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>
              <a:off x="3843413" y="5824149"/>
              <a:ext cx="2691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3" name="直接箭头连接符 262">
              <a:extLst>
                <a:ext uri="{FF2B5EF4-FFF2-40B4-BE49-F238E27FC236}">
                  <a16:creationId xmlns:a16="http://schemas.microsoft.com/office/drawing/2014/main" id="{8C312181-DBFC-AC58-0777-363FA7967AF9}"/>
                </a:ext>
              </a:extLst>
            </p:cNvPr>
            <p:cNvCxnSpPr>
              <a:cxnSpLocks/>
            </p:cNvCxnSpPr>
            <p:nvPr/>
          </p:nvCxnSpPr>
          <p:spPr>
            <a:xfrm>
              <a:off x="5082782" y="5819623"/>
              <a:ext cx="2691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5" name="直接箭头连接符 264">
              <a:extLst>
                <a:ext uri="{FF2B5EF4-FFF2-40B4-BE49-F238E27FC236}">
                  <a16:creationId xmlns:a16="http://schemas.microsoft.com/office/drawing/2014/main" id="{6FC82AA1-5F73-5076-4239-482955102A3E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7579318" y="6100585"/>
              <a:ext cx="41508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连接符: 肘形 274">
              <a:extLst>
                <a:ext uri="{FF2B5EF4-FFF2-40B4-BE49-F238E27FC236}">
                  <a16:creationId xmlns:a16="http://schemas.microsoft.com/office/drawing/2014/main" id="{7FE0561F-B92E-CD5E-2065-8F6DC191BE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0480" y="4408972"/>
              <a:ext cx="7023299" cy="697860"/>
            </a:xfrm>
            <a:prstGeom prst="bentConnector3">
              <a:avLst>
                <a:gd name="adj1" fmla="val -15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箭头连接符 279">
              <a:extLst>
                <a:ext uri="{FF2B5EF4-FFF2-40B4-BE49-F238E27FC236}">
                  <a16:creationId xmlns:a16="http://schemas.microsoft.com/office/drawing/2014/main" id="{EB8E448F-8F26-B3A0-CC84-CC8CF3351477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>
              <a:off x="2160480" y="5583453"/>
              <a:ext cx="694830" cy="2406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直接箭头连接符 282">
              <a:extLst>
                <a:ext uri="{FF2B5EF4-FFF2-40B4-BE49-F238E27FC236}">
                  <a16:creationId xmlns:a16="http://schemas.microsoft.com/office/drawing/2014/main" id="{CE1A3FF1-C1E4-4DC0-FDDB-3DB69BB823D7}"/>
                </a:ext>
              </a:extLst>
            </p:cNvPr>
            <p:cNvCxnSpPr>
              <a:cxnSpLocks/>
              <a:stCxn id="11" idx="2"/>
              <a:endCxn id="14" idx="1"/>
            </p:cNvCxnSpPr>
            <p:nvPr/>
          </p:nvCxnSpPr>
          <p:spPr>
            <a:xfrm>
              <a:off x="5977763" y="6017658"/>
              <a:ext cx="613452" cy="829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6" name="连接符: 肘形 285">
              <a:extLst>
                <a:ext uri="{FF2B5EF4-FFF2-40B4-BE49-F238E27FC236}">
                  <a16:creationId xmlns:a16="http://schemas.microsoft.com/office/drawing/2014/main" id="{31061946-9B2E-F1D4-033F-AF5433BE9ED9}"/>
                </a:ext>
              </a:extLst>
            </p:cNvPr>
            <p:cNvCxnSpPr>
              <a:cxnSpLocks/>
              <a:stCxn id="11" idx="3"/>
              <a:endCxn id="20" idx="1"/>
            </p:cNvCxnSpPr>
            <p:nvPr/>
          </p:nvCxnSpPr>
          <p:spPr>
            <a:xfrm flipV="1">
              <a:off x="5988385" y="5365132"/>
              <a:ext cx="3336632" cy="243570"/>
            </a:xfrm>
            <a:prstGeom prst="bentConnector3">
              <a:avLst>
                <a:gd name="adj1" fmla="val -31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直接箭头连接符 513">
              <a:extLst>
                <a:ext uri="{FF2B5EF4-FFF2-40B4-BE49-F238E27FC236}">
                  <a16:creationId xmlns:a16="http://schemas.microsoft.com/office/drawing/2014/main" id="{789FB6B5-9B93-FDE8-0470-188E8C922958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 flipV="1">
              <a:off x="8581798" y="5500250"/>
              <a:ext cx="743219" cy="4235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7" name="直接箭头连接符 516">
              <a:extLst>
                <a:ext uri="{FF2B5EF4-FFF2-40B4-BE49-F238E27FC236}">
                  <a16:creationId xmlns:a16="http://schemas.microsoft.com/office/drawing/2014/main" id="{DC2128A9-DFF1-8F9E-FA6E-9BBF26871B39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>
              <a:off x="8624733" y="6306636"/>
              <a:ext cx="9657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4" name="直接箭头连接符 523">
              <a:extLst>
                <a:ext uri="{FF2B5EF4-FFF2-40B4-BE49-F238E27FC236}">
                  <a16:creationId xmlns:a16="http://schemas.microsoft.com/office/drawing/2014/main" id="{409544E0-158A-C92A-B3BF-61E0B6A08E93}"/>
                </a:ext>
              </a:extLst>
            </p:cNvPr>
            <p:cNvCxnSpPr>
              <a:cxnSpLocks/>
              <a:stCxn id="20" idx="3"/>
              <a:endCxn id="22" idx="2"/>
            </p:cNvCxnSpPr>
            <p:nvPr/>
          </p:nvCxnSpPr>
          <p:spPr>
            <a:xfrm>
              <a:off x="10844083" y="5365132"/>
              <a:ext cx="4632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8" name="直接箭头连接符 527">
              <a:extLst>
                <a:ext uri="{FF2B5EF4-FFF2-40B4-BE49-F238E27FC236}">
                  <a16:creationId xmlns:a16="http://schemas.microsoft.com/office/drawing/2014/main" id="{B3547801-D16E-62FB-511F-2C72DBB8481E}"/>
                </a:ext>
              </a:extLst>
            </p:cNvPr>
            <p:cNvCxnSpPr>
              <a:cxnSpLocks/>
              <a:stCxn id="19" idx="3"/>
              <a:endCxn id="22" idx="3"/>
            </p:cNvCxnSpPr>
            <p:nvPr/>
          </p:nvCxnSpPr>
          <p:spPr>
            <a:xfrm flipV="1">
              <a:off x="10578602" y="5625158"/>
              <a:ext cx="842826" cy="6814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1" name="直接箭头连接符 530">
              <a:extLst>
                <a:ext uri="{FF2B5EF4-FFF2-40B4-BE49-F238E27FC236}">
                  <a16:creationId xmlns:a16="http://schemas.microsoft.com/office/drawing/2014/main" id="{35FBBE41-DE1E-6EBC-5DBC-8D495BDC418E}"/>
                </a:ext>
              </a:extLst>
            </p:cNvPr>
            <p:cNvCxnSpPr>
              <a:cxnSpLocks/>
              <a:stCxn id="21" idx="3"/>
              <a:endCxn id="22" idx="1"/>
            </p:cNvCxnSpPr>
            <p:nvPr/>
          </p:nvCxnSpPr>
          <p:spPr>
            <a:xfrm>
              <a:off x="10985322" y="4423628"/>
              <a:ext cx="436106" cy="6814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743171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6CC12709-721E-D243-256E-C4E6245B4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E7BA20ED-6997-2E5E-585A-56BB26E94233}"/>
              </a:ext>
            </a:extLst>
          </p:cNvPr>
          <p:cNvSpPr/>
          <p:nvPr/>
        </p:nvSpPr>
        <p:spPr>
          <a:xfrm>
            <a:off x="748389" y="1375952"/>
            <a:ext cx="10695223" cy="1889761"/>
          </a:xfrm>
          <a:prstGeom prst="roundRect">
            <a:avLst/>
          </a:prstGeom>
          <a:solidFill>
            <a:srgbClr val="A5AB8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6" name="图片 525">
            <a:extLst>
              <a:ext uri="{FF2B5EF4-FFF2-40B4-BE49-F238E27FC236}">
                <a16:creationId xmlns:a16="http://schemas.microsoft.com/office/drawing/2014/main" id="{A78D6547-F7FC-5B82-BC6E-7624242BE3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11CD8F89-17C0-E753-C4D5-6CF44B777724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8F2DA136-8DC6-59EF-C6A7-C0E74FE82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A4EACFA2-0A31-7BF5-287B-BDB6F7C918AA}"/>
              </a:ext>
            </a:extLst>
          </p:cNvPr>
          <p:cNvSpPr txBox="1"/>
          <p:nvPr/>
        </p:nvSpPr>
        <p:spPr>
          <a:xfrm>
            <a:off x="1102575" y="294825"/>
            <a:ext cx="411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Drop Table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8A87EFB-B4F0-53A6-C88E-34E09E8D5682}"/>
              </a:ext>
            </a:extLst>
          </p:cNvPr>
          <p:cNvSpPr txBox="1"/>
          <p:nvPr/>
        </p:nvSpPr>
        <p:spPr>
          <a:xfrm>
            <a:off x="1102575" y="1402079"/>
            <a:ext cx="10341036" cy="4469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完成上述内容后，就已经实现了简单的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Drop table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的功能了，随着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miniob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的逐渐完善，仅仅删除数据库的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meta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文件和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文件是不够的，还有一些功能需要完善：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如果数据库有索引，如何删除索引？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如果建表的数据类型有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Text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，需要在存储引擎层生成一个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.text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文件，如何删除？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如果有外键，删表的逻辑需要怎么设计？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125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1C45482-D1E2-7B86-6329-ED5D27CC609A}"/>
              </a:ext>
            </a:extLst>
          </p:cNvPr>
          <p:cNvGrpSpPr/>
          <p:nvPr/>
        </p:nvGrpSpPr>
        <p:grpSpPr>
          <a:xfrm>
            <a:off x="2700779" y="3429000"/>
            <a:ext cx="6790441" cy="3078448"/>
            <a:chOff x="2990247" y="3213679"/>
            <a:chExt cx="6211506" cy="2956950"/>
          </a:xfrm>
        </p:grpSpPr>
        <p:grpSp>
          <p:nvGrpSpPr>
            <p:cNvPr id="82" name="Group 81"/>
            <p:cNvGrpSpPr/>
            <p:nvPr/>
          </p:nvGrpSpPr>
          <p:grpSpPr>
            <a:xfrm>
              <a:off x="6278932" y="4591132"/>
              <a:ext cx="2195187" cy="1356975"/>
              <a:chOff x="6278932" y="4428302"/>
              <a:chExt cx="2195187" cy="1356975"/>
            </a:xfrm>
          </p:grpSpPr>
          <p:sp>
            <p:nvSpPr>
              <p:cNvPr id="26" name="Freeform 23"/>
              <p:cNvSpPr>
                <a:spLocks/>
              </p:cNvSpPr>
              <p:nvPr/>
            </p:nvSpPr>
            <p:spPr bwMode="auto">
              <a:xfrm>
                <a:off x="6486438" y="4428302"/>
                <a:ext cx="1787002" cy="1290082"/>
              </a:xfrm>
              <a:custGeom>
                <a:avLst/>
                <a:gdLst>
                  <a:gd name="T0" fmla="*/ 801 w 801"/>
                  <a:gd name="T1" fmla="*/ 577 h 577"/>
                  <a:gd name="T2" fmla="*/ 0 w 801"/>
                  <a:gd name="T3" fmla="*/ 577 h 577"/>
                  <a:gd name="T4" fmla="*/ 0 w 801"/>
                  <a:gd name="T5" fmla="*/ 42 h 577"/>
                  <a:gd name="T6" fmla="*/ 42 w 801"/>
                  <a:gd name="T7" fmla="*/ 0 h 577"/>
                  <a:gd name="T8" fmla="*/ 759 w 801"/>
                  <a:gd name="T9" fmla="*/ 0 h 577"/>
                  <a:gd name="T10" fmla="*/ 801 w 801"/>
                  <a:gd name="T11" fmla="*/ 42 h 577"/>
                  <a:gd name="T12" fmla="*/ 801 w 801"/>
                  <a:gd name="T13" fmla="*/ 577 h 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1" h="577">
                    <a:moveTo>
                      <a:pt x="801" y="577"/>
                    </a:moveTo>
                    <a:cubicBezTo>
                      <a:pt x="0" y="577"/>
                      <a:pt x="0" y="577"/>
                      <a:pt x="0" y="577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759" y="0"/>
                      <a:pt x="759" y="0"/>
                      <a:pt x="759" y="0"/>
                    </a:cubicBezTo>
                    <a:cubicBezTo>
                      <a:pt x="782" y="0"/>
                      <a:pt x="801" y="19"/>
                      <a:pt x="801" y="42"/>
                    </a:cubicBezTo>
                    <a:lnTo>
                      <a:pt x="801" y="577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28" name="Rectangle 25"/>
              <p:cNvSpPr>
                <a:spLocks noChangeArrowheads="1"/>
              </p:cNvSpPr>
              <p:nvPr/>
            </p:nvSpPr>
            <p:spPr bwMode="auto">
              <a:xfrm>
                <a:off x="6557426" y="4525229"/>
                <a:ext cx="1645025" cy="10211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Freeform 27"/>
              <p:cNvSpPr>
                <a:spLocks/>
              </p:cNvSpPr>
              <p:nvPr/>
            </p:nvSpPr>
            <p:spPr bwMode="auto">
              <a:xfrm>
                <a:off x="6278932" y="5650125"/>
                <a:ext cx="2195187" cy="55972"/>
              </a:xfrm>
              <a:custGeom>
                <a:avLst/>
                <a:gdLst>
                  <a:gd name="T0" fmla="*/ 984 w 984"/>
                  <a:gd name="T1" fmla="*/ 25 h 25"/>
                  <a:gd name="T2" fmla="*/ 0 w 984"/>
                  <a:gd name="T3" fmla="*/ 25 h 25"/>
                  <a:gd name="T4" fmla="*/ 0 w 984"/>
                  <a:gd name="T5" fmla="*/ 14 h 25"/>
                  <a:gd name="T6" fmla="*/ 14 w 984"/>
                  <a:gd name="T7" fmla="*/ 0 h 25"/>
                  <a:gd name="T8" fmla="*/ 970 w 984"/>
                  <a:gd name="T9" fmla="*/ 0 h 25"/>
                  <a:gd name="T10" fmla="*/ 984 w 984"/>
                  <a:gd name="T11" fmla="*/ 14 h 25"/>
                  <a:gd name="T12" fmla="*/ 984 w 984"/>
                  <a:gd name="T13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84" h="25">
                    <a:moveTo>
                      <a:pt x="984" y="25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970" y="0"/>
                      <a:pt x="970" y="0"/>
                      <a:pt x="970" y="0"/>
                    </a:cubicBezTo>
                    <a:cubicBezTo>
                      <a:pt x="977" y="0"/>
                      <a:pt x="984" y="6"/>
                      <a:pt x="984" y="14"/>
                    </a:cubicBezTo>
                    <a:lnTo>
                      <a:pt x="984" y="25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Freeform 28"/>
              <p:cNvSpPr>
                <a:spLocks/>
              </p:cNvSpPr>
              <p:nvPr/>
            </p:nvSpPr>
            <p:spPr bwMode="auto">
              <a:xfrm>
                <a:off x="6278932" y="5706097"/>
                <a:ext cx="2195187" cy="79180"/>
              </a:xfrm>
              <a:custGeom>
                <a:avLst/>
                <a:gdLst>
                  <a:gd name="T0" fmla="*/ 984 w 984"/>
                  <a:gd name="T1" fmla="*/ 0 h 35"/>
                  <a:gd name="T2" fmla="*/ 948 w 984"/>
                  <a:gd name="T3" fmla="*/ 35 h 35"/>
                  <a:gd name="T4" fmla="*/ 36 w 984"/>
                  <a:gd name="T5" fmla="*/ 35 h 35"/>
                  <a:gd name="T6" fmla="*/ 0 w 984"/>
                  <a:gd name="T7" fmla="*/ 0 h 35"/>
                  <a:gd name="T8" fmla="*/ 984 w 984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4" h="35">
                    <a:moveTo>
                      <a:pt x="984" y="0"/>
                    </a:moveTo>
                    <a:cubicBezTo>
                      <a:pt x="984" y="19"/>
                      <a:pt x="968" y="35"/>
                      <a:pt x="948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16" y="35"/>
                      <a:pt x="0" y="19"/>
                      <a:pt x="0" y="0"/>
                    </a:cubicBezTo>
                    <a:cubicBezTo>
                      <a:pt x="984" y="0"/>
                      <a:pt x="984" y="0"/>
                      <a:pt x="984" y="0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Rectangle 31"/>
              <p:cNvSpPr>
                <a:spLocks noChangeArrowheads="1"/>
              </p:cNvSpPr>
              <p:nvPr/>
            </p:nvSpPr>
            <p:spPr bwMode="auto">
              <a:xfrm>
                <a:off x="6691212" y="4645363"/>
                <a:ext cx="266207" cy="263477"/>
              </a:xfrm>
              <a:prstGeom prst="rect">
                <a:avLst/>
              </a:prstGeom>
              <a:solidFill>
                <a:srgbClr val="E89D1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5" name="Rectangle 32"/>
              <p:cNvSpPr>
                <a:spLocks noChangeArrowheads="1"/>
              </p:cNvSpPr>
              <p:nvPr/>
            </p:nvSpPr>
            <p:spPr bwMode="auto">
              <a:xfrm>
                <a:off x="7050251" y="4645363"/>
                <a:ext cx="266207" cy="513302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6" name="Freeform 33"/>
              <p:cNvSpPr>
                <a:spLocks/>
              </p:cNvSpPr>
              <p:nvPr/>
            </p:nvSpPr>
            <p:spPr bwMode="auto">
              <a:xfrm>
                <a:off x="6691212" y="4986655"/>
                <a:ext cx="688044" cy="483269"/>
              </a:xfrm>
              <a:custGeom>
                <a:avLst/>
                <a:gdLst>
                  <a:gd name="T0" fmla="*/ 195 w 504"/>
                  <a:gd name="T1" fmla="*/ 192 h 354"/>
                  <a:gd name="T2" fmla="*/ 195 w 504"/>
                  <a:gd name="T3" fmla="*/ 0 h 354"/>
                  <a:gd name="T4" fmla="*/ 0 w 504"/>
                  <a:gd name="T5" fmla="*/ 0 h 354"/>
                  <a:gd name="T6" fmla="*/ 0 w 504"/>
                  <a:gd name="T7" fmla="*/ 192 h 354"/>
                  <a:gd name="T8" fmla="*/ 0 w 504"/>
                  <a:gd name="T9" fmla="*/ 251 h 354"/>
                  <a:gd name="T10" fmla="*/ 0 w 504"/>
                  <a:gd name="T11" fmla="*/ 354 h 354"/>
                  <a:gd name="T12" fmla="*/ 504 w 504"/>
                  <a:gd name="T13" fmla="*/ 354 h 354"/>
                  <a:gd name="T14" fmla="*/ 504 w 504"/>
                  <a:gd name="T15" fmla="*/ 192 h 354"/>
                  <a:gd name="T16" fmla="*/ 195 w 504"/>
                  <a:gd name="T17" fmla="*/ 192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04" h="354">
                    <a:moveTo>
                      <a:pt x="195" y="192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92"/>
                    </a:lnTo>
                    <a:lnTo>
                      <a:pt x="0" y="251"/>
                    </a:lnTo>
                    <a:lnTo>
                      <a:pt x="0" y="354"/>
                    </a:lnTo>
                    <a:lnTo>
                      <a:pt x="504" y="354"/>
                    </a:lnTo>
                    <a:lnTo>
                      <a:pt x="504" y="192"/>
                    </a:lnTo>
                    <a:lnTo>
                      <a:pt x="195" y="19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Rectangle 34"/>
              <p:cNvSpPr>
                <a:spLocks noChangeArrowheads="1"/>
              </p:cNvSpPr>
              <p:nvPr/>
            </p:nvSpPr>
            <p:spPr bwMode="auto">
              <a:xfrm>
                <a:off x="7379256" y="5248767"/>
                <a:ext cx="700330" cy="22115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8" name="Rectangle 35"/>
              <p:cNvSpPr>
                <a:spLocks noChangeArrowheads="1"/>
              </p:cNvSpPr>
              <p:nvPr/>
            </p:nvSpPr>
            <p:spPr bwMode="auto">
              <a:xfrm>
                <a:off x="7432498" y="4869250"/>
                <a:ext cx="394533" cy="28941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84" name="Freeform 84"/>
              <p:cNvSpPr>
                <a:spLocks/>
              </p:cNvSpPr>
              <p:nvPr/>
            </p:nvSpPr>
            <p:spPr bwMode="auto">
              <a:xfrm>
                <a:off x="7695975" y="4964812"/>
                <a:ext cx="367230" cy="371325"/>
              </a:xfrm>
              <a:custGeom>
                <a:avLst/>
                <a:gdLst>
                  <a:gd name="T0" fmla="*/ 227 w 269"/>
                  <a:gd name="T1" fmla="*/ 93 h 272"/>
                  <a:gd name="T2" fmla="*/ 0 w 269"/>
                  <a:gd name="T3" fmla="*/ 0 h 272"/>
                  <a:gd name="T4" fmla="*/ 93 w 269"/>
                  <a:gd name="T5" fmla="*/ 228 h 272"/>
                  <a:gd name="T6" fmla="*/ 135 w 269"/>
                  <a:gd name="T7" fmla="*/ 172 h 272"/>
                  <a:gd name="T8" fmla="*/ 235 w 269"/>
                  <a:gd name="T9" fmla="*/ 272 h 272"/>
                  <a:gd name="T10" fmla="*/ 269 w 269"/>
                  <a:gd name="T11" fmla="*/ 236 h 272"/>
                  <a:gd name="T12" fmla="*/ 171 w 269"/>
                  <a:gd name="T13" fmla="*/ 138 h 272"/>
                  <a:gd name="T14" fmla="*/ 227 w 269"/>
                  <a:gd name="T15" fmla="*/ 93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9" h="272">
                    <a:moveTo>
                      <a:pt x="227" y="93"/>
                    </a:moveTo>
                    <a:lnTo>
                      <a:pt x="0" y="0"/>
                    </a:lnTo>
                    <a:lnTo>
                      <a:pt x="93" y="228"/>
                    </a:lnTo>
                    <a:lnTo>
                      <a:pt x="135" y="172"/>
                    </a:lnTo>
                    <a:lnTo>
                      <a:pt x="235" y="272"/>
                    </a:lnTo>
                    <a:lnTo>
                      <a:pt x="269" y="236"/>
                    </a:lnTo>
                    <a:lnTo>
                      <a:pt x="171" y="138"/>
                    </a:lnTo>
                    <a:lnTo>
                      <a:pt x="227" y="93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85" name="Freeform 85"/>
              <p:cNvSpPr>
                <a:spLocks/>
              </p:cNvSpPr>
              <p:nvPr/>
            </p:nvSpPr>
            <p:spPr bwMode="auto">
              <a:xfrm>
                <a:off x="7695975" y="4964812"/>
                <a:ext cx="367230" cy="346752"/>
              </a:xfrm>
              <a:custGeom>
                <a:avLst/>
                <a:gdLst>
                  <a:gd name="T0" fmla="*/ 0 w 269"/>
                  <a:gd name="T1" fmla="*/ 0 h 254"/>
                  <a:gd name="T2" fmla="*/ 253 w 269"/>
                  <a:gd name="T3" fmla="*/ 254 h 254"/>
                  <a:gd name="T4" fmla="*/ 269 w 269"/>
                  <a:gd name="T5" fmla="*/ 236 h 254"/>
                  <a:gd name="T6" fmla="*/ 171 w 269"/>
                  <a:gd name="T7" fmla="*/ 138 h 254"/>
                  <a:gd name="T8" fmla="*/ 227 w 269"/>
                  <a:gd name="T9" fmla="*/ 93 h 254"/>
                  <a:gd name="T10" fmla="*/ 0 w 269"/>
                  <a:gd name="T11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9" h="254">
                    <a:moveTo>
                      <a:pt x="0" y="0"/>
                    </a:moveTo>
                    <a:lnTo>
                      <a:pt x="253" y="254"/>
                    </a:lnTo>
                    <a:lnTo>
                      <a:pt x="269" y="236"/>
                    </a:lnTo>
                    <a:lnTo>
                      <a:pt x="171" y="138"/>
                    </a:lnTo>
                    <a:lnTo>
                      <a:pt x="227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4379986" y="3378864"/>
              <a:ext cx="625246" cy="625246"/>
            </a:xfrm>
            <a:custGeom>
              <a:avLst/>
              <a:gdLst>
                <a:gd name="T0" fmla="*/ 140 w 280"/>
                <a:gd name="T1" fmla="*/ 280 h 280"/>
                <a:gd name="T2" fmla="*/ 0 w 280"/>
                <a:gd name="T3" fmla="*/ 140 h 280"/>
                <a:gd name="T4" fmla="*/ 140 w 280"/>
                <a:gd name="T5" fmla="*/ 0 h 280"/>
                <a:gd name="T6" fmla="*/ 280 w 280"/>
                <a:gd name="T7" fmla="*/ 140 h 280"/>
                <a:gd name="T8" fmla="*/ 140 w 280"/>
                <a:gd name="T9" fmla="*/ 280 h 280"/>
                <a:gd name="T10" fmla="*/ 140 w 280"/>
                <a:gd name="T11" fmla="*/ 28 h 280"/>
                <a:gd name="T12" fmla="*/ 28 w 280"/>
                <a:gd name="T13" fmla="*/ 140 h 280"/>
                <a:gd name="T14" fmla="*/ 140 w 280"/>
                <a:gd name="T15" fmla="*/ 252 h 280"/>
                <a:gd name="T16" fmla="*/ 252 w 280"/>
                <a:gd name="T17" fmla="*/ 140 h 280"/>
                <a:gd name="T18" fmla="*/ 140 w 280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0" h="280">
                  <a:moveTo>
                    <a:pt x="140" y="280"/>
                  </a:moveTo>
                  <a:cubicBezTo>
                    <a:pt x="63" y="280"/>
                    <a:pt x="0" y="217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7" y="0"/>
                    <a:pt x="280" y="63"/>
                    <a:pt x="280" y="140"/>
                  </a:cubicBezTo>
                  <a:cubicBezTo>
                    <a:pt x="280" y="217"/>
                    <a:pt x="217" y="280"/>
                    <a:pt x="140" y="280"/>
                  </a:cubicBezTo>
                  <a:close/>
                  <a:moveTo>
                    <a:pt x="140" y="28"/>
                  </a:moveTo>
                  <a:cubicBezTo>
                    <a:pt x="78" y="28"/>
                    <a:pt x="28" y="78"/>
                    <a:pt x="28" y="140"/>
                  </a:cubicBezTo>
                  <a:cubicBezTo>
                    <a:pt x="28" y="202"/>
                    <a:pt x="78" y="252"/>
                    <a:pt x="140" y="252"/>
                  </a:cubicBezTo>
                  <a:cubicBezTo>
                    <a:pt x="201" y="252"/>
                    <a:pt x="252" y="202"/>
                    <a:pt x="252" y="140"/>
                  </a:cubicBezTo>
                  <a:cubicBezTo>
                    <a:pt x="252" y="78"/>
                    <a:pt x="201" y="28"/>
                    <a:pt x="140" y="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17" name="Freeform 14"/>
            <p:cNvSpPr>
              <a:spLocks noEditPoints="1"/>
            </p:cNvSpPr>
            <p:nvPr/>
          </p:nvSpPr>
          <p:spPr bwMode="auto">
            <a:xfrm>
              <a:off x="5406591" y="3213679"/>
              <a:ext cx="622516" cy="625246"/>
            </a:xfrm>
            <a:custGeom>
              <a:avLst/>
              <a:gdLst>
                <a:gd name="T0" fmla="*/ 139 w 279"/>
                <a:gd name="T1" fmla="*/ 280 h 280"/>
                <a:gd name="T2" fmla="*/ 0 w 279"/>
                <a:gd name="T3" fmla="*/ 140 h 280"/>
                <a:gd name="T4" fmla="*/ 139 w 279"/>
                <a:gd name="T5" fmla="*/ 0 h 280"/>
                <a:gd name="T6" fmla="*/ 279 w 279"/>
                <a:gd name="T7" fmla="*/ 140 h 280"/>
                <a:gd name="T8" fmla="*/ 139 w 279"/>
                <a:gd name="T9" fmla="*/ 280 h 280"/>
                <a:gd name="T10" fmla="*/ 139 w 279"/>
                <a:gd name="T11" fmla="*/ 28 h 280"/>
                <a:gd name="T12" fmla="*/ 28 w 279"/>
                <a:gd name="T13" fmla="*/ 140 h 280"/>
                <a:gd name="T14" fmla="*/ 139 w 279"/>
                <a:gd name="T15" fmla="*/ 252 h 280"/>
                <a:gd name="T16" fmla="*/ 251 w 279"/>
                <a:gd name="T17" fmla="*/ 140 h 280"/>
                <a:gd name="T18" fmla="*/ 139 w 279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9" h="280">
                  <a:moveTo>
                    <a:pt x="139" y="280"/>
                  </a:moveTo>
                  <a:cubicBezTo>
                    <a:pt x="62" y="280"/>
                    <a:pt x="0" y="217"/>
                    <a:pt x="0" y="140"/>
                  </a:cubicBezTo>
                  <a:cubicBezTo>
                    <a:pt x="0" y="63"/>
                    <a:pt x="62" y="0"/>
                    <a:pt x="139" y="0"/>
                  </a:cubicBezTo>
                  <a:cubicBezTo>
                    <a:pt x="216" y="0"/>
                    <a:pt x="279" y="63"/>
                    <a:pt x="279" y="140"/>
                  </a:cubicBezTo>
                  <a:cubicBezTo>
                    <a:pt x="279" y="217"/>
                    <a:pt x="216" y="280"/>
                    <a:pt x="139" y="280"/>
                  </a:cubicBezTo>
                  <a:close/>
                  <a:moveTo>
                    <a:pt x="139" y="28"/>
                  </a:moveTo>
                  <a:cubicBezTo>
                    <a:pt x="78" y="28"/>
                    <a:pt x="28" y="78"/>
                    <a:pt x="28" y="140"/>
                  </a:cubicBezTo>
                  <a:cubicBezTo>
                    <a:pt x="28" y="202"/>
                    <a:pt x="78" y="252"/>
                    <a:pt x="139" y="252"/>
                  </a:cubicBezTo>
                  <a:cubicBezTo>
                    <a:pt x="201" y="252"/>
                    <a:pt x="251" y="202"/>
                    <a:pt x="251" y="140"/>
                  </a:cubicBezTo>
                  <a:cubicBezTo>
                    <a:pt x="251" y="78"/>
                    <a:pt x="201" y="28"/>
                    <a:pt x="139" y="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13" name="Freeform 10"/>
            <p:cNvSpPr>
              <a:spLocks noEditPoints="1"/>
            </p:cNvSpPr>
            <p:nvPr/>
          </p:nvSpPr>
          <p:spPr bwMode="auto">
            <a:xfrm>
              <a:off x="3398432" y="3969981"/>
              <a:ext cx="625246" cy="626611"/>
            </a:xfrm>
            <a:custGeom>
              <a:avLst/>
              <a:gdLst>
                <a:gd name="T0" fmla="*/ 140 w 280"/>
                <a:gd name="T1" fmla="*/ 280 h 280"/>
                <a:gd name="T2" fmla="*/ 0 w 280"/>
                <a:gd name="T3" fmla="*/ 140 h 280"/>
                <a:gd name="T4" fmla="*/ 140 w 280"/>
                <a:gd name="T5" fmla="*/ 0 h 280"/>
                <a:gd name="T6" fmla="*/ 280 w 280"/>
                <a:gd name="T7" fmla="*/ 140 h 280"/>
                <a:gd name="T8" fmla="*/ 140 w 280"/>
                <a:gd name="T9" fmla="*/ 280 h 280"/>
                <a:gd name="T10" fmla="*/ 140 w 280"/>
                <a:gd name="T11" fmla="*/ 28 h 280"/>
                <a:gd name="T12" fmla="*/ 28 w 280"/>
                <a:gd name="T13" fmla="*/ 140 h 280"/>
                <a:gd name="T14" fmla="*/ 140 w 280"/>
                <a:gd name="T15" fmla="*/ 252 h 280"/>
                <a:gd name="T16" fmla="*/ 252 w 280"/>
                <a:gd name="T17" fmla="*/ 140 h 280"/>
                <a:gd name="T18" fmla="*/ 140 w 280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0" h="280">
                  <a:moveTo>
                    <a:pt x="140" y="280"/>
                  </a:moveTo>
                  <a:cubicBezTo>
                    <a:pt x="63" y="280"/>
                    <a:pt x="0" y="217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7" y="0"/>
                    <a:pt x="280" y="63"/>
                    <a:pt x="280" y="140"/>
                  </a:cubicBezTo>
                  <a:cubicBezTo>
                    <a:pt x="280" y="217"/>
                    <a:pt x="217" y="280"/>
                    <a:pt x="140" y="280"/>
                  </a:cubicBezTo>
                  <a:close/>
                  <a:moveTo>
                    <a:pt x="140" y="28"/>
                  </a:moveTo>
                  <a:cubicBezTo>
                    <a:pt x="79" y="28"/>
                    <a:pt x="28" y="78"/>
                    <a:pt x="28" y="140"/>
                  </a:cubicBezTo>
                  <a:cubicBezTo>
                    <a:pt x="28" y="201"/>
                    <a:pt x="79" y="252"/>
                    <a:pt x="140" y="252"/>
                  </a:cubicBezTo>
                  <a:cubicBezTo>
                    <a:pt x="202" y="252"/>
                    <a:pt x="252" y="201"/>
                    <a:pt x="252" y="140"/>
                  </a:cubicBezTo>
                  <a:cubicBezTo>
                    <a:pt x="252" y="78"/>
                    <a:pt x="202" y="28"/>
                    <a:pt x="140" y="2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39" name="Freeform 36"/>
            <p:cNvSpPr>
              <a:spLocks/>
            </p:cNvSpPr>
            <p:nvPr/>
          </p:nvSpPr>
          <p:spPr bwMode="auto">
            <a:xfrm>
              <a:off x="3859858" y="4425947"/>
              <a:ext cx="203410" cy="214331"/>
            </a:xfrm>
            <a:custGeom>
              <a:avLst/>
              <a:gdLst>
                <a:gd name="T0" fmla="*/ 0 w 91"/>
                <a:gd name="T1" fmla="*/ 56 h 96"/>
                <a:gd name="T2" fmla="*/ 72 w 91"/>
                <a:gd name="T3" fmla="*/ 93 h 96"/>
                <a:gd name="T4" fmla="*/ 87 w 91"/>
                <a:gd name="T5" fmla="*/ 91 h 96"/>
                <a:gd name="T6" fmla="*/ 89 w 91"/>
                <a:gd name="T7" fmla="*/ 77 h 96"/>
                <a:gd name="T8" fmla="*/ 51 w 91"/>
                <a:gd name="T9" fmla="*/ 0 h 96"/>
                <a:gd name="T10" fmla="*/ 0 w 91"/>
                <a:gd name="T11" fmla="*/ 5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96">
                  <a:moveTo>
                    <a:pt x="0" y="56"/>
                  </a:moveTo>
                  <a:cubicBezTo>
                    <a:pt x="72" y="93"/>
                    <a:pt x="72" y="93"/>
                    <a:pt x="72" y="93"/>
                  </a:cubicBezTo>
                  <a:cubicBezTo>
                    <a:pt x="77" y="96"/>
                    <a:pt x="83" y="95"/>
                    <a:pt x="87" y="91"/>
                  </a:cubicBezTo>
                  <a:cubicBezTo>
                    <a:pt x="90" y="88"/>
                    <a:pt x="91" y="82"/>
                    <a:pt x="89" y="77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0" y="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3119938" y="5545383"/>
              <a:ext cx="622516" cy="625246"/>
            </a:xfrm>
            <a:custGeom>
              <a:avLst/>
              <a:gdLst>
                <a:gd name="T0" fmla="*/ 139 w 279"/>
                <a:gd name="T1" fmla="*/ 280 h 280"/>
                <a:gd name="T2" fmla="*/ 0 w 279"/>
                <a:gd name="T3" fmla="*/ 140 h 280"/>
                <a:gd name="T4" fmla="*/ 139 w 279"/>
                <a:gd name="T5" fmla="*/ 0 h 280"/>
                <a:gd name="T6" fmla="*/ 279 w 279"/>
                <a:gd name="T7" fmla="*/ 140 h 280"/>
                <a:gd name="T8" fmla="*/ 139 w 279"/>
                <a:gd name="T9" fmla="*/ 280 h 280"/>
                <a:gd name="T10" fmla="*/ 139 w 279"/>
                <a:gd name="T11" fmla="*/ 28 h 280"/>
                <a:gd name="T12" fmla="*/ 28 w 279"/>
                <a:gd name="T13" fmla="*/ 140 h 280"/>
                <a:gd name="T14" fmla="*/ 139 w 279"/>
                <a:gd name="T15" fmla="*/ 252 h 280"/>
                <a:gd name="T16" fmla="*/ 251 w 279"/>
                <a:gd name="T17" fmla="*/ 140 h 280"/>
                <a:gd name="T18" fmla="*/ 139 w 279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9" h="280">
                  <a:moveTo>
                    <a:pt x="139" y="280"/>
                  </a:moveTo>
                  <a:cubicBezTo>
                    <a:pt x="62" y="280"/>
                    <a:pt x="0" y="217"/>
                    <a:pt x="0" y="140"/>
                  </a:cubicBezTo>
                  <a:cubicBezTo>
                    <a:pt x="0" y="63"/>
                    <a:pt x="62" y="0"/>
                    <a:pt x="139" y="0"/>
                  </a:cubicBezTo>
                  <a:cubicBezTo>
                    <a:pt x="217" y="0"/>
                    <a:pt x="279" y="63"/>
                    <a:pt x="279" y="140"/>
                  </a:cubicBezTo>
                  <a:cubicBezTo>
                    <a:pt x="279" y="217"/>
                    <a:pt x="217" y="280"/>
                    <a:pt x="139" y="280"/>
                  </a:cubicBezTo>
                  <a:close/>
                  <a:moveTo>
                    <a:pt x="139" y="28"/>
                  </a:moveTo>
                  <a:cubicBezTo>
                    <a:pt x="78" y="28"/>
                    <a:pt x="28" y="79"/>
                    <a:pt x="28" y="140"/>
                  </a:cubicBezTo>
                  <a:cubicBezTo>
                    <a:pt x="28" y="202"/>
                    <a:pt x="78" y="252"/>
                    <a:pt x="139" y="252"/>
                  </a:cubicBezTo>
                  <a:cubicBezTo>
                    <a:pt x="201" y="252"/>
                    <a:pt x="251" y="202"/>
                    <a:pt x="251" y="140"/>
                  </a:cubicBezTo>
                  <a:cubicBezTo>
                    <a:pt x="251" y="79"/>
                    <a:pt x="201" y="28"/>
                    <a:pt x="139" y="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41" name="Freeform 38"/>
            <p:cNvSpPr>
              <a:spLocks/>
            </p:cNvSpPr>
            <p:nvPr/>
          </p:nvSpPr>
          <p:spPr bwMode="auto">
            <a:xfrm>
              <a:off x="3683751" y="5690090"/>
              <a:ext cx="218427" cy="161090"/>
            </a:xfrm>
            <a:custGeom>
              <a:avLst/>
              <a:gdLst>
                <a:gd name="T0" fmla="*/ 22 w 98"/>
                <a:gd name="T1" fmla="*/ 72 h 72"/>
                <a:gd name="T2" fmla="*/ 91 w 98"/>
                <a:gd name="T3" fmla="*/ 29 h 72"/>
                <a:gd name="T4" fmla="*/ 97 w 98"/>
                <a:gd name="T5" fmla="*/ 16 h 72"/>
                <a:gd name="T6" fmla="*/ 86 w 98"/>
                <a:gd name="T7" fmla="*/ 6 h 72"/>
                <a:gd name="T8" fmla="*/ 0 w 98"/>
                <a:gd name="T9" fmla="*/ 0 h 72"/>
                <a:gd name="T10" fmla="*/ 22 w 98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72">
                  <a:moveTo>
                    <a:pt x="22" y="72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6"/>
                    <a:pt x="98" y="21"/>
                    <a:pt x="97" y="16"/>
                  </a:cubicBezTo>
                  <a:cubicBezTo>
                    <a:pt x="96" y="10"/>
                    <a:pt x="91" y="7"/>
                    <a:pt x="86" y="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2" y="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11" name="Freeform 8"/>
            <p:cNvSpPr>
              <a:spLocks noEditPoints="1"/>
            </p:cNvSpPr>
            <p:nvPr/>
          </p:nvSpPr>
          <p:spPr bwMode="auto">
            <a:xfrm>
              <a:off x="2990247" y="4737204"/>
              <a:ext cx="625246" cy="625246"/>
            </a:xfrm>
            <a:custGeom>
              <a:avLst/>
              <a:gdLst>
                <a:gd name="T0" fmla="*/ 140 w 280"/>
                <a:gd name="T1" fmla="*/ 280 h 280"/>
                <a:gd name="T2" fmla="*/ 0 w 280"/>
                <a:gd name="T3" fmla="*/ 140 h 280"/>
                <a:gd name="T4" fmla="*/ 140 w 280"/>
                <a:gd name="T5" fmla="*/ 0 h 280"/>
                <a:gd name="T6" fmla="*/ 280 w 280"/>
                <a:gd name="T7" fmla="*/ 140 h 280"/>
                <a:gd name="T8" fmla="*/ 140 w 280"/>
                <a:gd name="T9" fmla="*/ 280 h 280"/>
                <a:gd name="T10" fmla="*/ 140 w 280"/>
                <a:gd name="T11" fmla="*/ 28 h 280"/>
                <a:gd name="T12" fmla="*/ 28 w 280"/>
                <a:gd name="T13" fmla="*/ 140 h 280"/>
                <a:gd name="T14" fmla="*/ 140 w 280"/>
                <a:gd name="T15" fmla="*/ 252 h 280"/>
                <a:gd name="T16" fmla="*/ 252 w 280"/>
                <a:gd name="T17" fmla="*/ 140 h 280"/>
                <a:gd name="T18" fmla="*/ 140 w 280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0" h="280">
                  <a:moveTo>
                    <a:pt x="140" y="280"/>
                  </a:moveTo>
                  <a:cubicBezTo>
                    <a:pt x="63" y="280"/>
                    <a:pt x="0" y="217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7" y="0"/>
                    <a:pt x="280" y="63"/>
                    <a:pt x="280" y="140"/>
                  </a:cubicBezTo>
                  <a:cubicBezTo>
                    <a:pt x="280" y="217"/>
                    <a:pt x="217" y="280"/>
                    <a:pt x="140" y="280"/>
                  </a:cubicBezTo>
                  <a:close/>
                  <a:moveTo>
                    <a:pt x="140" y="28"/>
                  </a:moveTo>
                  <a:cubicBezTo>
                    <a:pt x="79" y="28"/>
                    <a:pt x="28" y="78"/>
                    <a:pt x="28" y="140"/>
                  </a:cubicBezTo>
                  <a:cubicBezTo>
                    <a:pt x="28" y="202"/>
                    <a:pt x="79" y="252"/>
                    <a:pt x="140" y="252"/>
                  </a:cubicBezTo>
                  <a:cubicBezTo>
                    <a:pt x="202" y="252"/>
                    <a:pt x="252" y="202"/>
                    <a:pt x="252" y="140"/>
                  </a:cubicBezTo>
                  <a:cubicBezTo>
                    <a:pt x="252" y="78"/>
                    <a:pt x="202" y="28"/>
                    <a:pt x="140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42" name="Freeform 39"/>
            <p:cNvSpPr>
              <a:spLocks/>
            </p:cNvSpPr>
            <p:nvPr/>
          </p:nvSpPr>
          <p:spPr bwMode="auto">
            <a:xfrm>
              <a:off x="3567712" y="4982934"/>
              <a:ext cx="255286" cy="207505"/>
            </a:xfrm>
            <a:custGeom>
              <a:avLst/>
              <a:gdLst>
                <a:gd name="T0" fmla="*/ 0 w 114"/>
                <a:gd name="T1" fmla="*/ 93 h 93"/>
                <a:gd name="T2" fmla="*/ 100 w 114"/>
                <a:gd name="T3" fmla="*/ 76 h 93"/>
                <a:gd name="T4" fmla="*/ 113 w 114"/>
                <a:gd name="T5" fmla="*/ 63 h 93"/>
                <a:gd name="T6" fmla="*/ 105 w 114"/>
                <a:gd name="T7" fmla="*/ 46 h 93"/>
                <a:gd name="T8" fmla="*/ 9 w 114"/>
                <a:gd name="T9" fmla="*/ 0 h 93"/>
                <a:gd name="T10" fmla="*/ 0 w 114"/>
                <a:gd name="T11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93">
                  <a:moveTo>
                    <a:pt x="0" y="93"/>
                  </a:moveTo>
                  <a:cubicBezTo>
                    <a:pt x="100" y="76"/>
                    <a:pt x="100" y="76"/>
                    <a:pt x="100" y="76"/>
                  </a:cubicBezTo>
                  <a:cubicBezTo>
                    <a:pt x="107" y="75"/>
                    <a:pt x="112" y="69"/>
                    <a:pt x="113" y="63"/>
                  </a:cubicBezTo>
                  <a:cubicBezTo>
                    <a:pt x="114" y="56"/>
                    <a:pt x="111" y="49"/>
                    <a:pt x="105" y="46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0" y="9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21" name="Freeform 18"/>
            <p:cNvSpPr>
              <a:spLocks noEditPoints="1"/>
            </p:cNvSpPr>
            <p:nvPr/>
          </p:nvSpPr>
          <p:spPr bwMode="auto">
            <a:xfrm>
              <a:off x="7709626" y="3810257"/>
              <a:ext cx="622516" cy="625246"/>
            </a:xfrm>
            <a:custGeom>
              <a:avLst/>
              <a:gdLst>
                <a:gd name="T0" fmla="*/ 140 w 279"/>
                <a:gd name="T1" fmla="*/ 280 h 280"/>
                <a:gd name="T2" fmla="*/ 0 w 279"/>
                <a:gd name="T3" fmla="*/ 140 h 280"/>
                <a:gd name="T4" fmla="*/ 140 w 279"/>
                <a:gd name="T5" fmla="*/ 0 h 280"/>
                <a:gd name="T6" fmla="*/ 279 w 279"/>
                <a:gd name="T7" fmla="*/ 140 h 280"/>
                <a:gd name="T8" fmla="*/ 140 w 279"/>
                <a:gd name="T9" fmla="*/ 280 h 280"/>
                <a:gd name="T10" fmla="*/ 140 w 279"/>
                <a:gd name="T11" fmla="*/ 28 h 280"/>
                <a:gd name="T12" fmla="*/ 28 w 279"/>
                <a:gd name="T13" fmla="*/ 140 h 280"/>
                <a:gd name="T14" fmla="*/ 140 w 279"/>
                <a:gd name="T15" fmla="*/ 252 h 280"/>
                <a:gd name="T16" fmla="*/ 251 w 279"/>
                <a:gd name="T17" fmla="*/ 140 h 280"/>
                <a:gd name="T18" fmla="*/ 140 w 279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9" h="280">
                  <a:moveTo>
                    <a:pt x="140" y="280"/>
                  </a:moveTo>
                  <a:cubicBezTo>
                    <a:pt x="63" y="280"/>
                    <a:pt x="0" y="217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7" y="0"/>
                    <a:pt x="279" y="63"/>
                    <a:pt x="279" y="140"/>
                  </a:cubicBezTo>
                  <a:cubicBezTo>
                    <a:pt x="279" y="217"/>
                    <a:pt x="217" y="280"/>
                    <a:pt x="140" y="280"/>
                  </a:cubicBezTo>
                  <a:close/>
                  <a:moveTo>
                    <a:pt x="140" y="28"/>
                  </a:moveTo>
                  <a:cubicBezTo>
                    <a:pt x="78" y="28"/>
                    <a:pt x="28" y="78"/>
                    <a:pt x="28" y="140"/>
                  </a:cubicBezTo>
                  <a:cubicBezTo>
                    <a:pt x="28" y="202"/>
                    <a:pt x="78" y="252"/>
                    <a:pt x="140" y="252"/>
                  </a:cubicBezTo>
                  <a:cubicBezTo>
                    <a:pt x="201" y="252"/>
                    <a:pt x="251" y="202"/>
                    <a:pt x="251" y="140"/>
                  </a:cubicBezTo>
                  <a:cubicBezTo>
                    <a:pt x="251" y="78"/>
                    <a:pt x="201" y="28"/>
                    <a:pt x="140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43" name="Freeform 40"/>
            <p:cNvSpPr>
              <a:spLocks/>
            </p:cNvSpPr>
            <p:nvPr/>
          </p:nvSpPr>
          <p:spPr bwMode="auto">
            <a:xfrm>
              <a:off x="7716452" y="4292160"/>
              <a:ext cx="173376" cy="174741"/>
            </a:xfrm>
            <a:custGeom>
              <a:avLst/>
              <a:gdLst>
                <a:gd name="T0" fmla="*/ 28 w 78"/>
                <a:gd name="T1" fmla="*/ 0 h 78"/>
                <a:gd name="T2" fmla="*/ 2 w 78"/>
                <a:gd name="T3" fmla="*/ 63 h 78"/>
                <a:gd name="T4" fmla="*/ 5 w 78"/>
                <a:gd name="T5" fmla="*/ 75 h 78"/>
                <a:gd name="T6" fmla="*/ 17 w 78"/>
                <a:gd name="T7" fmla="*/ 76 h 78"/>
                <a:gd name="T8" fmla="*/ 78 w 78"/>
                <a:gd name="T9" fmla="*/ 38 h 78"/>
                <a:gd name="T10" fmla="*/ 28 w 78"/>
                <a:gd name="T11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" h="78">
                  <a:moveTo>
                    <a:pt x="28" y="0"/>
                  </a:moveTo>
                  <a:cubicBezTo>
                    <a:pt x="2" y="63"/>
                    <a:pt x="2" y="63"/>
                    <a:pt x="2" y="63"/>
                  </a:cubicBezTo>
                  <a:cubicBezTo>
                    <a:pt x="0" y="67"/>
                    <a:pt x="1" y="72"/>
                    <a:pt x="5" y="75"/>
                  </a:cubicBezTo>
                  <a:cubicBezTo>
                    <a:pt x="8" y="78"/>
                    <a:pt x="13" y="78"/>
                    <a:pt x="17" y="76"/>
                  </a:cubicBezTo>
                  <a:cubicBezTo>
                    <a:pt x="78" y="38"/>
                    <a:pt x="78" y="38"/>
                    <a:pt x="78" y="38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grpSp>
          <p:nvGrpSpPr>
            <p:cNvPr id="86" name="Group 85"/>
            <p:cNvGrpSpPr/>
            <p:nvPr/>
          </p:nvGrpSpPr>
          <p:grpSpPr>
            <a:xfrm>
              <a:off x="4403194" y="4087385"/>
              <a:ext cx="2335799" cy="1829323"/>
              <a:chOff x="4403194" y="3924555"/>
              <a:chExt cx="2335799" cy="1829323"/>
            </a:xfrm>
          </p:grpSpPr>
          <p:sp>
            <p:nvSpPr>
              <p:cNvPr id="45" name="Freeform 42"/>
              <p:cNvSpPr>
                <a:spLocks/>
              </p:cNvSpPr>
              <p:nvPr/>
            </p:nvSpPr>
            <p:spPr bwMode="auto">
              <a:xfrm>
                <a:off x="5417512" y="5228289"/>
                <a:ext cx="305797" cy="428662"/>
              </a:xfrm>
              <a:custGeom>
                <a:avLst/>
                <a:gdLst>
                  <a:gd name="T0" fmla="*/ 0 w 137"/>
                  <a:gd name="T1" fmla="*/ 0 h 192"/>
                  <a:gd name="T2" fmla="*/ 0 w 137"/>
                  <a:gd name="T3" fmla="*/ 174 h 192"/>
                  <a:gd name="T4" fmla="*/ 69 w 137"/>
                  <a:gd name="T5" fmla="*/ 192 h 192"/>
                  <a:gd name="T6" fmla="*/ 137 w 137"/>
                  <a:gd name="T7" fmla="*/ 174 h 192"/>
                  <a:gd name="T8" fmla="*/ 137 w 137"/>
                  <a:gd name="T9" fmla="*/ 0 h 192"/>
                  <a:gd name="T10" fmla="*/ 0 w 137"/>
                  <a:gd name="T11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" h="192">
                    <a:moveTo>
                      <a:pt x="0" y="0"/>
                    </a:moveTo>
                    <a:cubicBezTo>
                      <a:pt x="0" y="174"/>
                      <a:pt x="0" y="174"/>
                      <a:pt x="0" y="174"/>
                    </a:cubicBezTo>
                    <a:cubicBezTo>
                      <a:pt x="0" y="184"/>
                      <a:pt x="31" y="192"/>
                      <a:pt x="69" y="192"/>
                    </a:cubicBezTo>
                    <a:cubicBezTo>
                      <a:pt x="106" y="192"/>
                      <a:pt x="137" y="184"/>
                      <a:pt x="137" y="174"/>
                    </a:cubicBezTo>
                    <a:cubicBezTo>
                      <a:pt x="137" y="0"/>
                      <a:pt x="137" y="0"/>
                      <a:pt x="13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46" name="Rectangle 43"/>
              <p:cNvSpPr>
                <a:spLocks noChangeArrowheads="1"/>
              </p:cNvSpPr>
              <p:nvPr/>
            </p:nvSpPr>
            <p:spPr bwMode="auto">
              <a:xfrm>
                <a:off x="5417512" y="5228289"/>
                <a:ext cx="305797" cy="147438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Freeform 44"/>
              <p:cNvSpPr>
                <a:spLocks/>
              </p:cNvSpPr>
              <p:nvPr/>
            </p:nvSpPr>
            <p:spPr bwMode="auto">
              <a:xfrm>
                <a:off x="4403194" y="3924555"/>
                <a:ext cx="2335799" cy="1356975"/>
              </a:xfrm>
              <a:custGeom>
                <a:avLst/>
                <a:gdLst>
                  <a:gd name="T0" fmla="*/ 1047 w 1047"/>
                  <a:gd name="T1" fmla="*/ 586 h 608"/>
                  <a:gd name="T2" fmla="*/ 1025 w 1047"/>
                  <a:gd name="T3" fmla="*/ 608 h 608"/>
                  <a:gd name="T4" fmla="*/ 22 w 1047"/>
                  <a:gd name="T5" fmla="*/ 608 h 608"/>
                  <a:gd name="T6" fmla="*/ 0 w 1047"/>
                  <a:gd name="T7" fmla="*/ 586 h 608"/>
                  <a:gd name="T8" fmla="*/ 0 w 1047"/>
                  <a:gd name="T9" fmla="*/ 22 h 608"/>
                  <a:gd name="T10" fmla="*/ 22 w 1047"/>
                  <a:gd name="T11" fmla="*/ 0 h 608"/>
                  <a:gd name="T12" fmla="*/ 1025 w 1047"/>
                  <a:gd name="T13" fmla="*/ 0 h 608"/>
                  <a:gd name="T14" fmla="*/ 1047 w 1047"/>
                  <a:gd name="T15" fmla="*/ 22 h 608"/>
                  <a:gd name="T16" fmla="*/ 1047 w 1047"/>
                  <a:gd name="T17" fmla="*/ 586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47" h="608">
                    <a:moveTo>
                      <a:pt x="1047" y="586"/>
                    </a:moveTo>
                    <a:cubicBezTo>
                      <a:pt x="1047" y="598"/>
                      <a:pt x="1037" y="608"/>
                      <a:pt x="1025" y="608"/>
                    </a:cubicBezTo>
                    <a:cubicBezTo>
                      <a:pt x="22" y="608"/>
                      <a:pt x="22" y="608"/>
                      <a:pt x="22" y="608"/>
                    </a:cubicBezTo>
                    <a:cubicBezTo>
                      <a:pt x="10" y="608"/>
                      <a:pt x="0" y="598"/>
                      <a:pt x="0" y="58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10" y="0"/>
                      <a:pt x="22" y="0"/>
                    </a:cubicBezTo>
                    <a:cubicBezTo>
                      <a:pt x="1025" y="0"/>
                      <a:pt x="1025" y="0"/>
                      <a:pt x="1025" y="0"/>
                    </a:cubicBezTo>
                    <a:cubicBezTo>
                      <a:pt x="1037" y="0"/>
                      <a:pt x="1047" y="10"/>
                      <a:pt x="1047" y="22"/>
                    </a:cubicBezTo>
                    <a:lnTo>
                      <a:pt x="1047" y="586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Rectangle 46"/>
              <p:cNvSpPr>
                <a:spLocks noChangeArrowheads="1"/>
              </p:cNvSpPr>
              <p:nvPr/>
            </p:nvSpPr>
            <p:spPr bwMode="auto">
              <a:xfrm>
                <a:off x="4538345" y="4020117"/>
                <a:ext cx="2066862" cy="116585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1" name="Freeform 48"/>
              <p:cNvSpPr>
                <a:spLocks/>
              </p:cNvSpPr>
              <p:nvPr/>
            </p:nvSpPr>
            <p:spPr bwMode="auto">
              <a:xfrm>
                <a:off x="5223659" y="5572311"/>
                <a:ext cx="703061" cy="181567"/>
              </a:xfrm>
              <a:custGeom>
                <a:avLst/>
                <a:gdLst>
                  <a:gd name="T0" fmla="*/ 315 w 315"/>
                  <a:gd name="T1" fmla="*/ 81 h 81"/>
                  <a:gd name="T2" fmla="*/ 0 w 315"/>
                  <a:gd name="T3" fmla="*/ 81 h 81"/>
                  <a:gd name="T4" fmla="*/ 80 w 315"/>
                  <a:gd name="T5" fmla="*/ 0 h 81"/>
                  <a:gd name="T6" fmla="*/ 235 w 315"/>
                  <a:gd name="T7" fmla="*/ 0 h 81"/>
                  <a:gd name="T8" fmla="*/ 315 w 315"/>
                  <a:gd name="T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81">
                    <a:moveTo>
                      <a:pt x="315" y="81"/>
                    </a:moveTo>
                    <a:cubicBezTo>
                      <a:pt x="0" y="81"/>
                      <a:pt x="0" y="81"/>
                      <a:pt x="0" y="81"/>
                    </a:cubicBezTo>
                    <a:cubicBezTo>
                      <a:pt x="0" y="36"/>
                      <a:pt x="36" y="0"/>
                      <a:pt x="80" y="0"/>
                    </a:cubicBezTo>
                    <a:cubicBezTo>
                      <a:pt x="235" y="0"/>
                      <a:pt x="235" y="0"/>
                      <a:pt x="235" y="0"/>
                    </a:cubicBezTo>
                    <a:cubicBezTo>
                      <a:pt x="279" y="0"/>
                      <a:pt x="315" y="36"/>
                      <a:pt x="315" y="8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Rectangle 50"/>
              <p:cNvSpPr>
                <a:spLocks noChangeArrowheads="1"/>
              </p:cNvSpPr>
              <p:nvPr/>
            </p:nvSpPr>
            <p:spPr bwMode="auto">
              <a:xfrm>
                <a:off x="4633907" y="4687683"/>
                <a:ext cx="462791" cy="20067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4" name="Rectangle 51"/>
              <p:cNvSpPr>
                <a:spLocks noChangeArrowheads="1"/>
              </p:cNvSpPr>
              <p:nvPr/>
            </p:nvSpPr>
            <p:spPr bwMode="auto">
              <a:xfrm>
                <a:off x="4633907" y="4962082"/>
                <a:ext cx="835482" cy="103753"/>
              </a:xfrm>
              <a:prstGeom prst="rect">
                <a:avLst/>
              </a:prstGeom>
              <a:solidFill>
                <a:srgbClr val="E786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5" name="Rectangle 52"/>
              <p:cNvSpPr>
                <a:spLocks noChangeArrowheads="1"/>
              </p:cNvSpPr>
              <p:nvPr/>
            </p:nvSpPr>
            <p:spPr bwMode="auto">
              <a:xfrm>
                <a:off x="5649591" y="4962082"/>
                <a:ext cx="834117" cy="10375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6" name="Rectangle 53"/>
              <p:cNvSpPr>
                <a:spLocks noChangeArrowheads="1"/>
              </p:cNvSpPr>
              <p:nvPr/>
            </p:nvSpPr>
            <p:spPr bwMode="auto">
              <a:xfrm>
                <a:off x="4633907" y="4121139"/>
                <a:ext cx="1879834" cy="7508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7" name="Rectangle 54"/>
              <p:cNvSpPr>
                <a:spLocks noChangeArrowheads="1"/>
              </p:cNvSpPr>
              <p:nvPr/>
            </p:nvSpPr>
            <p:spPr bwMode="auto">
              <a:xfrm>
                <a:off x="4633907" y="4305437"/>
                <a:ext cx="460061" cy="279859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8" name="Rectangle 55"/>
              <p:cNvSpPr>
                <a:spLocks noChangeArrowheads="1"/>
              </p:cNvSpPr>
              <p:nvPr/>
            </p:nvSpPr>
            <p:spPr bwMode="auto">
              <a:xfrm>
                <a:off x="5203181" y="4305437"/>
                <a:ext cx="267573" cy="58565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9" name="Rectangle 56"/>
              <p:cNvSpPr>
                <a:spLocks noChangeArrowheads="1"/>
              </p:cNvSpPr>
              <p:nvPr/>
            </p:nvSpPr>
            <p:spPr bwMode="auto">
              <a:xfrm>
                <a:off x="5683720" y="4312263"/>
                <a:ext cx="331735" cy="58156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60" name="Rectangle 57"/>
              <p:cNvSpPr>
                <a:spLocks noChangeArrowheads="1"/>
              </p:cNvSpPr>
              <p:nvPr/>
            </p:nvSpPr>
            <p:spPr bwMode="auto">
              <a:xfrm>
                <a:off x="6142416" y="4308167"/>
                <a:ext cx="333101" cy="58019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62" name="Freeform 59"/>
            <p:cNvSpPr>
              <a:spLocks noEditPoints="1"/>
            </p:cNvSpPr>
            <p:nvPr/>
          </p:nvSpPr>
          <p:spPr bwMode="auto">
            <a:xfrm>
              <a:off x="6939673" y="3785684"/>
              <a:ext cx="622516" cy="622516"/>
            </a:xfrm>
            <a:custGeom>
              <a:avLst/>
              <a:gdLst>
                <a:gd name="T0" fmla="*/ 139 w 279"/>
                <a:gd name="T1" fmla="*/ 279 h 279"/>
                <a:gd name="T2" fmla="*/ 0 w 279"/>
                <a:gd name="T3" fmla="*/ 139 h 279"/>
                <a:gd name="T4" fmla="*/ 139 w 279"/>
                <a:gd name="T5" fmla="*/ 0 h 279"/>
                <a:gd name="T6" fmla="*/ 279 w 279"/>
                <a:gd name="T7" fmla="*/ 139 h 279"/>
                <a:gd name="T8" fmla="*/ 139 w 279"/>
                <a:gd name="T9" fmla="*/ 279 h 279"/>
                <a:gd name="T10" fmla="*/ 139 w 279"/>
                <a:gd name="T11" fmla="*/ 28 h 279"/>
                <a:gd name="T12" fmla="*/ 28 w 279"/>
                <a:gd name="T13" fmla="*/ 139 h 279"/>
                <a:gd name="T14" fmla="*/ 139 w 279"/>
                <a:gd name="T15" fmla="*/ 251 h 279"/>
                <a:gd name="T16" fmla="*/ 251 w 279"/>
                <a:gd name="T17" fmla="*/ 139 h 279"/>
                <a:gd name="T18" fmla="*/ 139 w 279"/>
                <a:gd name="T19" fmla="*/ 28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9" h="279">
                  <a:moveTo>
                    <a:pt x="139" y="279"/>
                  </a:moveTo>
                  <a:cubicBezTo>
                    <a:pt x="62" y="279"/>
                    <a:pt x="0" y="217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217" y="0"/>
                    <a:pt x="279" y="62"/>
                    <a:pt x="279" y="139"/>
                  </a:cubicBezTo>
                  <a:cubicBezTo>
                    <a:pt x="279" y="217"/>
                    <a:pt x="217" y="279"/>
                    <a:pt x="139" y="279"/>
                  </a:cubicBezTo>
                  <a:close/>
                  <a:moveTo>
                    <a:pt x="139" y="28"/>
                  </a:moveTo>
                  <a:cubicBezTo>
                    <a:pt x="78" y="28"/>
                    <a:pt x="28" y="78"/>
                    <a:pt x="28" y="139"/>
                  </a:cubicBezTo>
                  <a:cubicBezTo>
                    <a:pt x="28" y="201"/>
                    <a:pt x="78" y="251"/>
                    <a:pt x="139" y="251"/>
                  </a:cubicBezTo>
                  <a:cubicBezTo>
                    <a:pt x="201" y="251"/>
                    <a:pt x="251" y="201"/>
                    <a:pt x="251" y="139"/>
                  </a:cubicBezTo>
                  <a:cubicBezTo>
                    <a:pt x="251" y="78"/>
                    <a:pt x="201" y="28"/>
                    <a:pt x="139" y="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63" name="Freeform 60"/>
            <p:cNvSpPr>
              <a:spLocks/>
            </p:cNvSpPr>
            <p:nvPr/>
          </p:nvSpPr>
          <p:spPr bwMode="auto">
            <a:xfrm>
              <a:off x="6879605" y="4210250"/>
              <a:ext cx="191123" cy="182932"/>
            </a:xfrm>
            <a:custGeom>
              <a:avLst/>
              <a:gdLst>
                <a:gd name="T0" fmla="*/ 86 w 86"/>
                <a:gd name="T1" fmla="*/ 57 h 82"/>
                <a:gd name="T2" fmla="*/ 16 w 86"/>
                <a:gd name="T3" fmla="*/ 81 h 82"/>
                <a:gd name="T4" fmla="*/ 3 w 86"/>
                <a:gd name="T5" fmla="*/ 77 h 82"/>
                <a:gd name="T6" fmla="*/ 3 w 86"/>
                <a:gd name="T7" fmla="*/ 64 h 82"/>
                <a:gd name="T8" fmla="*/ 48 w 86"/>
                <a:gd name="T9" fmla="*/ 0 h 82"/>
                <a:gd name="T10" fmla="*/ 86 w 86"/>
                <a:gd name="T11" fmla="*/ 57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" h="82">
                  <a:moveTo>
                    <a:pt x="86" y="57"/>
                  </a:moveTo>
                  <a:cubicBezTo>
                    <a:pt x="16" y="81"/>
                    <a:pt x="16" y="81"/>
                    <a:pt x="16" y="81"/>
                  </a:cubicBezTo>
                  <a:cubicBezTo>
                    <a:pt x="11" y="82"/>
                    <a:pt x="6" y="81"/>
                    <a:pt x="3" y="77"/>
                  </a:cubicBezTo>
                  <a:cubicBezTo>
                    <a:pt x="0" y="73"/>
                    <a:pt x="0" y="68"/>
                    <a:pt x="3" y="64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86" y="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19" name="Freeform 16"/>
            <p:cNvSpPr>
              <a:spLocks noEditPoints="1"/>
            </p:cNvSpPr>
            <p:nvPr/>
          </p:nvSpPr>
          <p:spPr bwMode="auto">
            <a:xfrm>
              <a:off x="6289854" y="3242347"/>
              <a:ext cx="625246" cy="625246"/>
            </a:xfrm>
            <a:custGeom>
              <a:avLst/>
              <a:gdLst>
                <a:gd name="T0" fmla="*/ 140 w 280"/>
                <a:gd name="T1" fmla="*/ 280 h 280"/>
                <a:gd name="T2" fmla="*/ 0 w 280"/>
                <a:gd name="T3" fmla="*/ 140 h 280"/>
                <a:gd name="T4" fmla="*/ 140 w 280"/>
                <a:gd name="T5" fmla="*/ 0 h 280"/>
                <a:gd name="T6" fmla="*/ 280 w 280"/>
                <a:gd name="T7" fmla="*/ 140 h 280"/>
                <a:gd name="T8" fmla="*/ 140 w 280"/>
                <a:gd name="T9" fmla="*/ 280 h 280"/>
                <a:gd name="T10" fmla="*/ 140 w 280"/>
                <a:gd name="T11" fmla="*/ 28 h 280"/>
                <a:gd name="T12" fmla="*/ 28 w 280"/>
                <a:gd name="T13" fmla="*/ 140 h 280"/>
                <a:gd name="T14" fmla="*/ 140 w 280"/>
                <a:gd name="T15" fmla="*/ 252 h 280"/>
                <a:gd name="T16" fmla="*/ 252 w 280"/>
                <a:gd name="T17" fmla="*/ 140 h 280"/>
                <a:gd name="T18" fmla="*/ 140 w 280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0" h="280">
                  <a:moveTo>
                    <a:pt x="140" y="280"/>
                  </a:moveTo>
                  <a:cubicBezTo>
                    <a:pt x="63" y="280"/>
                    <a:pt x="0" y="217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7" y="0"/>
                    <a:pt x="280" y="63"/>
                    <a:pt x="280" y="140"/>
                  </a:cubicBezTo>
                  <a:cubicBezTo>
                    <a:pt x="280" y="217"/>
                    <a:pt x="217" y="280"/>
                    <a:pt x="140" y="280"/>
                  </a:cubicBezTo>
                  <a:close/>
                  <a:moveTo>
                    <a:pt x="140" y="28"/>
                  </a:moveTo>
                  <a:cubicBezTo>
                    <a:pt x="78" y="28"/>
                    <a:pt x="28" y="78"/>
                    <a:pt x="28" y="140"/>
                  </a:cubicBezTo>
                  <a:cubicBezTo>
                    <a:pt x="28" y="202"/>
                    <a:pt x="78" y="252"/>
                    <a:pt x="140" y="252"/>
                  </a:cubicBezTo>
                  <a:cubicBezTo>
                    <a:pt x="202" y="252"/>
                    <a:pt x="252" y="202"/>
                    <a:pt x="252" y="140"/>
                  </a:cubicBezTo>
                  <a:cubicBezTo>
                    <a:pt x="252" y="78"/>
                    <a:pt x="202" y="28"/>
                    <a:pt x="140" y="2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66" name="Freeform 63"/>
            <p:cNvSpPr>
              <a:spLocks/>
            </p:cNvSpPr>
            <p:nvPr/>
          </p:nvSpPr>
          <p:spPr bwMode="auto">
            <a:xfrm>
              <a:off x="6240708" y="3711965"/>
              <a:ext cx="221157" cy="211601"/>
            </a:xfrm>
            <a:custGeom>
              <a:avLst/>
              <a:gdLst>
                <a:gd name="T0" fmla="*/ 41 w 99"/>
                <a:gd name="T1" fmla="*/ 0 h 95"/>
                <a:gd name="T2" fmla="*/ 2 w 99"/>
                <a:gd name="T3" fmla="*/ 75 h 95"/>
                <a:gd name="T4" fmla="*/ 5 w 99"/>
                <a:gd name="T5" fmla="*/ 90 h 95"/>
                <a:gd name="T6" fmla="*/ 20 w 99"/>
                <a:gd name="T7" fmla="*/ 93 h 95"/>
                <a:gd name="T8" fmla="*/ 99 w 99"/>
                <a:gd name="T9" fmla="*/ 52 h 95"/>
                <a:gd name="T10" fmla="*/ 41 w 99"/>
                <a:gd name="T11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95">
                  <a:moveTo>
                    <a:pt x="41" y="0"/>
                  </a:moveTo>
                  <a:cubicBezTo>
                    <a:pt x="2" y="75"/>
                    <a:pt x="2" y="75"/>
                    <a:pt x="2" y="75"/>
                  </a:cubicBezTo>
                  <a:cubicBezTo>
                    <a:pt x="0" y="80"/>
                    <a:pt x="1" y="86"/>
                    <a:pt x="5" y="90"/>
                  </a:cubicBezTo>
                  <a:cubicBezTo>
                    <a:pt x="9" y="94"/>
                    <a:pt x="15" y="95"/>
                    <a:pt x="20" y="93"/>
                  </a:cubicBezTo>
                  <a:cubicBezTo>
                    <a:pt x="99" y="52"/>
                    <a:pt x="99" y="52"/>
                    <a:pt x="99" y="52"/>
                  </a:cubicBezTo>
                  <a:lnTo>
                    <a:pt x="4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23" name="Freeform 20"/>
            <p:cNvSpPr>
              <a:spLocks noEditPoints="1"/>
            </p:cNvSpPr>
            <p:nvPr/>
          </p:nvSpPr>
          <p:spPr bwMode="auto">
            <a:xfrm>
              <a:off x="8487771" y="4185677"/>
              <a:ext cx="622516" cy="622516"/>
            </a:xfrm>
            <a:custGeom>
              <a:avLst/>
              <a:gdLst>
                <a:gd name="T0" fmla="*/ 140 w 279"/>
                <a:gd name="T1" fmla="*/ 279 h 279"/>
                <a:gd name="T2" fmla="*/ 0 w 279"/>
                <a:gd name="T3" fmla="*/ 140 h 279"/>
                <a:gd name="T4" fmla="*/ 140 w 279"/>
                <a:gd name="T5" fmla="*/ 0 h 279"/>
                <a:gd name="T6" fmla="*/ 279 w 279"/>
                <a:gd name="T7" fmla="*/ 140 h 279"/>
                <a:gd name="T8" fmla="*/ 140 w 279"/>
                <a:gd name="T9" fmla="*/ 279 h 279"/>
                <a:gd name="T10" fmla="*/ 140 w 279"/>
                <a:gd name="T11" fmla="*/ 28 h 279"/>
                <a:gd name="T12" fmla="*/ 28 w 279"/>
                <a:gd name="T13" fmla="*/ 140 h 279"/>
                <a:gd name="T14" fmla="*/ 140 w 279"/>
                <a:gd name="T15" fmla="*/ 251 h 279"/>
                <a:gd name="T16" fmla="*/ 251 w 279"/>
                <a:gd name="T17" fmla="*/ 140 h 279"/>
                <a:gd name="T18" fmla="*/ 140 w 279"/>
                <a:gd name="T19" fmla="*/ 28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9" h="279">
                  <a:moveTo>
                    <a:pt x="140" y="279"/>
                  </a:moveTo>
                  <a:cubicBezTo>
                    <a:pt x="63" y="279"/>
                    <a:pt x="0" y="217"/>
                    <a:pt x="0" y="140"/>
                  </a:cubicBezTo>
                  <a:cubicBezTo>
                    <a:pt x="0" y="62"/>
                    <a:pt x="63" y="0"/>
                    <a:pt x="140" y="0"/>
                  </a:cubicBezTo>
                  <a:cubicBezTo>
                    <a:pt x="217" y="0"/>
                    <a:pt x="279" y="62"/>
                    <a:pt x="279" y="140"/>
                  </a:cubicBezTo>
                  <a:cubicBezTo>
                    <a:pt x="279" y="217"/>
                    <a:pt x="217" y="279"/>
                    <a:pt x="140" y="279"/>
                  </a:cubicBezTo>
                  <a:close/>
                  <a:moveTo>
                    <a:pt x="140" y="28"/>
                  </a:moveTo>
                  <a:cubicBezTo>
                    <a:pt x="78" y="28"/>
                    <a:pt x="28" y="78"/>
                    <a:pt x="28" y="140"/>
                  </a:cubicBezTo>
                  <a:cubicBezTo>
                    <a:pt x="28" y="201"/>
                    <a:pt x="78" y="251"/>
                    <a:pt x="140" y="251"/>
                  </a:cubicBezTo>
                  <a:cubicBezTo>
                    <a:pt x="201" y="251"/>
                    <a:pt x="251" y="201"/>
                    <a:pt x="251" y="140"/>
                  </a:cubicBezTo>
                  <a:cubicBezTo>
                    <a:pt x="251" y="78"/>
                    <a:pt x="201" y="28"/>
                    <a:pt x="140" y="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68" name="Freeform 65"/>
            <p:cNvSpPr>
              <a:spLocks/>
            </p:cNvSpPr>
            <p:nvPr/>
          </p:nvSpPr>
          <p:spPr bwMode="auto">
            <a:xfrm>
              <a:off x="8441355" y="4643008"/>
              <a:ext cx="219792" cy="211601"/>
            </a:xfrm>
            <a:custGeom>
              <a:avLst/>
              <a:gdLst>
                <a:gd name="T0" fmla="*/ 41 w 99"/>
                <a:gd name="T1" fmla="*/ 0 h 95"/>
                <a:gd name="T2" fmla="*/ 3 w 99"/>
                <a:gd name="T3" fmla="*/ 75 h 95"/>
                <a:gd name="T4" fmla="*/ 5 w 99"/>
                <a:gd name="T5" fmla="*/ 90 h 95"/>
                <a:gd name="T6" fmla="*/ 20 w 99"/>
                <a:gd name="T7" fmla="*/ 93 h 95"/>
                <a:gd name="T8" fmla="*/ 99 w 99"/>
                <a:gd name="T9" fmla="*/ 52 h 95"/>
                <a:gd name="T10" fmla="*/ 41 w 99"/>
                <a:gd name="T11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95">
                  <a:moveTo>
                    <a:pt x="41" y="0"/>
                  </a:moveTo>
                  <a:cubicBezTo>
                    <a:pt x="3" y="75"/>
                    <a:pt x="3" y="75"/>
                    <a:pt x="3" y="75"/>
                  </a:cubicBezTo>
                  <a:cubicBezTo>
                    <a:pt x="0" y="80"/>
                    <a:pt x="1" y="86"/>
                    <a:pt x="5" y="90"/>
                  </a:cubicBezTo>
                  <a:cubicBezTo>
                    <a:pt x="9" y="94"/>
                    <a:pt x="15" y="95"/>
                    <a:pt x="20" y="93"/>
                  </a:cubicBezTo>
                  <a:cubicBezTo>
                    <a:pt x="99" y="52"/>
                    <a:pt x="99" y="52"/>
                    <a:pt x="99" y="52"/>
                  </a:cubicBezTo>
                  <a:lnTo>
                    <a:pt x="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25" name="Freeform 22"/>
            <p:cNvSpPr>
              <a:spLocks noEditPoints="1"/>
            </p:cNvSpPr>
            <p:nvPr/>
          </p:nvSpPr>
          <p:spPr bwMode="auto">
            <a:xfrm>
              <a:off x="8576507" y="5078496"/>
              <a:ext cx="625246" cy="625246"/>
            </a:xfrm>
            <a:custGeom>
              <a:avLst/>
              <a:gdLst>
                <a:gd name="T0" fmla="*/ 140 w 280"/>
                <a:gd name="T1" fmla="*/ 280 h 280"/>
                <a:gd name="T2" fmla="*/ 0 w 280"/>
                <a:gd name="T3" fmla="*/ 140 h 280"/>
                <a:gd name="T4" fmla="*/ 140 w 280"/>
                <a:gd name="T5" fmla="*/ 0 h 280"/>
                <a:gd name="T6" fmla="*/ 280 w 280"/>
                <a:gd name="T7" fmla="*/ 140 h 280"/>
                <a:gd name="T8" fmla="*/ 140 w 280"/>
                <a:gd name="T9" fmla="*/ 280 h 280"/>
                <a:gd name="T10" fmla="*/ 140 w 280"/>
                <a:gd name="T11" fmla="*/ 28 h 280"/>
                <a:gd name="T12" fmla="*/ 28 w 280"/>
                <a:gd name="T13" fmla="*/ 140 h 280"/>
                <a:gd name="T14" fmla="*/ 140 w 280"/>
                <a:gd name="T15" fmla="*/ 252 h 280"/>
                <a:gd name="T16" fmla="*/ 252 w 280"/>
                <a:gd name="T17" fmla="*/ 140 h 280"/>
                <a:gd name="T18" fmla="*/ 140 w 280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0" h="280">
                  <a:moveTo>
                    <a:pt x="140" y="280"/>
                  </a:moveTo>
                  <a:cubicBezTo>
                    <a:pt x="63" y="280"/>
                    <a:pt x="0" y="217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7" y="0"/>
                    <a:pt x="280" y="63"/>
                    <a:pt x="280" y="140"/>
                  </a:cubicBezTo>
                  <a:cubicBezTo>
                    <a:pt x="280" y="217"/>
                    <a:pt x="217" y="280"/>
                    <a:pt x="140" y="280"/>
                  </a:cubicBezTo>
                  <a:close/>
                  <a:moveTo>
                    <a:pt x="140" y="28"/>
                  </a:moveTo>
                  <a:cubicBezTo>
                    <a:pt x="78" y="28"/>
                    <a:pt x="28" y="79"/>
                    <a:pt x="28" y="140"/>
                  </a:cubicBezTo>
                  <a:cubicBezTo>
                    <a:pt x="28" y="202"/>
                    <a:pt x="78" y="252"/>
                    <a:pt x="140" y="252"/>
                  </a:cubicBezTo>
                  <a:cubicBezTo>
                    <a:pt x="202" y="252"/>
                    <a:pt x="252" y="202"/>
                    <a:pt x="252" y="140"/>
                  </a:cubicBezTo>
                  <a:cubicBezTo>
                    <a:pt x="252" y="79"/>
                    <a:pt x="202" y="28"/>
                    <a:pt x="140" y="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69" name="Freeform 66"/>
            <p:cNvSpPr>
              <a:spLocks/>
            </p:cNvSpPr>
            <p:nvPr/>
          </p:nvSpPr>
          <p:spPr bwMode="auto">
            <a:xfrm>
              <a:off x="8414052" y="5333782"/>
              <a:ext cx="185663" cy="158359"/>
            </a:xfrm>
            <a:custGeom>
              <a:avLst/>
              <a:gdLst>
                <a:gd name="T0" fmla="*/ 83 w 83"/>
                <a:gd name="T1" fmla="*/ 0 h 71"/>
                <a:gd name="T2" fmla="*/ 9 w 83"/>
                <a:gd name="T3" fmla="*/ 20 h 71"/>
                <a:gd name="T4" fmla="*/ 0 w 83"/>
                <a:gd name="T5" fmla="*/ 31 h 71"/>
                <a:gd name="T6" fmla="*/ 7 w 83"/>
                <a:gd name="T7" fmla="*/ 42 h 71"/>
                <a:gd name="T8" fmla="*/ 83 w 83"/>
                <a:gd name="T9" fmla="*/ 71 h 71"/>
                <a:gd name="T10" fmla="*/ 83 w 83"/>
                <a:gd name="T1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71">
                  <a:moveTo>
                    <a:pt x="83" y="0"/>
                  </a:moveTo>
                  <a:cubicBezTo>
                    <a:pt x="9" y="20"/>
                    <a:pt x="9" y="20"/>
                    <a:pt x="9" y="20"/>
                  </a:cubicBezTo>
                  <a:cubicBezTo>
                    <a:pt x="4" y="21"/>
                    <a:pt x="0" y="25"/>
                    <a:pt x="0" y="31"/>
                  </a:cubicBezTo>
                  <a:cubicBezTo>
                    <a:pt x="0" y="36"/>
                    <a:pt x="3" y="40"/>
                    <a:pt x="7" y="42"/>
                  </a:cubicBezTo>
                  <a:cubicBezTo>
                    <a:pt x="83" y="71"/>
                    <a:pt x="83" y="71"/>
                    <a:pt x="83" y="71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grpSp>
          <p:nvGrpSpPr>
            <p:cNvPr id="83" name="Group 82"/>
            <p:cNvGrpSpPr/>
            <p:nvPr/>
          </p:nvGrpSpPr>
          <p:grpSpPr>
            <a:xfrm>
              <a:off x="4023678" y="4748126"/>
              <a:ext cx="813639" cy="1168582"/>
              <a:chOff x="4023678" y="4585296"/>
              <a:chExt cx="813639" cy="1168582"/>
            </a:xfrm>
          </p:grpSpPr>
          <p:sp>
            <p:nvSpPr>
              <p:cNvPr id="70" name="Freeform 67"/>
              <p:cNvSpPr>
                <a:spLocks/>
              </p:cNvSpPr>
              <p:nvPr/>
            </p:nvSpPr>
            <p:spPr bwMode="auto">
              <a:xfrm>
                <a:off x="4023678" y="4585296"/>
                <a:ext cx="813639" cy="1168582"/>
              </a:xfrm>
              <a:custGeom>
                <a:avLst/>
                <a:gdLst>
                  <a:gd name="T0" fmla="*/ 365 w 365"/>
                  <a:gd name="T1" fmla="*/ 497 h 523"/>
                  <a:gd name="T2" fmla="*/ 340 w 365"/>
                  <a:gd name="T3" fmla="*/ 523 h 523"/>
                  <a:gd name="T4" fmla="*/ 26 w 365"/>
                  <a:gd name="T5" fmla="*/ 523 h 523"/>
                  <a:gd name="T6" fmla="*/ 0 w 365"/>
                  <a:gd name="T7" fmla="*/ 497 h 523"/>
                  <a:gd name="T8" fmla="*/ 0 w 365"/>
                  <a:gd name="T9" fmla="*/ 25 h 523"/>
                  <a:gd name="T10" fmla="*/ 26 w 365"/>
                  <a:gd name="T11" fmla="*/ 0 h 523"/>
                  <a:gd name="T12" fmla="*/ 340 w 365"/>
                  <a:gd name="T13" fmla="*/ 0 h 523"/>
                  <a:gd name="T14" fmla="*/ 365 w 365"/>
                  <a:gd name="T15" fmla="*/ 25 h 523"/>
                  <a:gd name="T16" fmla="*/ 365 w 365"/>
                  <a:gd name="T17" fmla="*/ 497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65" h="523">
                    <a:moveTo>
                      <a:pt x="365" y="497"/>
                    </a:moveTo>
                    <a:cubicBezTo>
                      <a:pt x="365" y="511"/>
                      <a:pt x="354" y="523"/>
                      <a:pt x="340" y="523"/>
                    </a:cubicBezTo>
                    <a:cubicBezTo>
                      <a:pt x="26" y="523"/>
                      <a:pt x="26" y="523"/>
                      <a:pt x="26" y="523"/>
                    </a:cubicBezTo>
                    <a:cubicBezTo>
                      <a:pt x="12" y="523"/>
                      <a:pt x="0" y="511"/>
                      <a:pt x="0" y="49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11"/>
                      <a:pt x="12" y="0"/>
                      <a:pt x="26" y="0"/>
                    </a:cubicBezTo>
                    <a:cubicBezTo>
                      <a:pt x="340" y="0"/>
                      <a:pt x="340" y="0"/>
                      <a:pt x="340" y="0"/>
                    </a:cubicBezTo>
                    <a:cubicBezTo>
                      <a:pt x="354" y="0"/>
                      <a:pt x="365" y="11"/>
                      <a:pt x="365" y="25"/>
                    </a:cubicBezTo>
                    <a:lnTo>
                      <a:pt x="365" y="497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72" name="Rectangle 69"/>
              <p:cNvSpPr>
                <a:spLocks noChangeArrowheads="1"/>
              </p:cNvSpPr>
              <p:nvPr/>
            </p:nvSpPr>
            <p:spPr bwMode="auto">
              <a:xfrm>
                <a:off x="4076919" y="4683588"/>
                <a:ext cx="709886" cy="9474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74" name="Oval 71"/>
              <p:cNvSpPr>
                <a:spLocks noChangeArrowheads="1"/>
              </p:cNvSpPr>
              <p:nvPr/>
            </p:nvSpPr>
            <p:spPr bwMode="auto">
              <a:xfrm>
                <a:off x="4396368" y="5652856"/>
                <a:ext cx="70989" cy="70989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76" name="Rectangle 73"/>
              <p:cNvSpPr>
                <a:spLocks noChangeArrowheads="1"/>
              </p:cNvSpPr>
              <p:nvPr/>
            </p:nvSpPr>
            <p:spPr bwMode="auto">
              <a:xfrm>
                <a:off x="4143812" y="4757307"/>
                <a:ext cx="288050" cy="18566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77" name="Rectangle 74"/>
              <p:cNvSpPr>
                <a:spLocks noChangeArrowheads="1"/>
              </p:cNvSpPr>
              <p:nvPr/>
            </p:nvSpPr>
            <p:spPr bwMode="auto">
              <a:xfrm>
                <a:off x="4512407" y="4757307"/>
                <a:ext cx="191123" cy="44504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78" name="Rectangle 75"/>
              <p:cNvSpPr>
                <a:spLocks noChangeArrowheads="1"/>
              </p:cNvSpPr>
              <p:nvPr/>
            </p:nvSpPr>
            <p:spPr bwMode="auto">
              <a:xfrm>
                <a:off x="4197054" y="5009863"/>
                <a:ext cx="193854" cy="19385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79" name="Rectangle 76"/>
              <p:cNvSpPr>
                <a:spLocks noChangeArrowheads="1"/>
              </p:cNvSpPr>
              <p:nvPr/>
            </p:nvSpPr>
            <p:spPr bwMode="auto">
              <a:xfrm>
                <a:off x="4143812" y="5281531"/>
                <a:ext cx="559718" cy="29078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71" name="Freeform 22"/>
            <p:cNvSpPr>
              <a:spLocks noChangeArrowheads="1"/>
            </p:cNvSpPr>
            <p:nvPr/>
          </p:nvSpPr>
          <p:spPr bwMode="auto">
            <a:xfrm>
              <a:off x="3571325" y="4143557"/>
              <a:ext cx="279461" cy="279459"/>
            </a:xfrm>
            <a:custGeom>
              <a:avLst/>
              <a:gdLst>
                <a:gd name="T0" fmla="*/ 103756 w 461"/>
                <a:gd name="T1" fmla="*/ 3609 h 461"/>
                <a:gd name="T2" fmla="*/ 103756 w 461"/>
                <a:gd name="T3" fmla="*/ 3609 h 461"/>
                <a:gd name="T4" fmla="*/ 0 w 461"/>
                <a:gd name="T5" fmla="*/ 107815 h 461"/>
                <a:gd name="T6" fmla="*/ 103756 w 461"/>
                <a:gd name="T7" fmla="*/ 207511 h 461"/>
                <a:gd name="T8" fmla="*/ 207512 w 461"/>
                <a:gd name="T9" fmla="*/ 103755 h 461"/>
                <a:gd name="T10" fmla="*/ 103756 w 461"/>
                <a:gd name="T11" fmla="*/ 3609 h 461"/>
                <a:gd name="T12" fmla="*/ 103756 w 461"/>
                <a:gd name="T13" fmla="*/ 15789 h 461"/>
                <a:gd name="T14" fmla="*/ 103756 w 461"/>
                <a:gd name="T15" fmla="*/ 15789 h 461"/>
                <a:gd name="T16" fmla="*/ 143905 w 461"/>
                <a:gd name="T17" fmla="*/ 23909 h 461"/>
                <a:gd name="T18" fmla="*/ 131274 w 461"/>
                <a:gd name="T19" fmla="*/ 47818 h 461"/>
                <a:gd name="T20" fmla="*/ 103756 w 461"/>
                <a:gd name="T21" fmla="*/ 43758 h 461"/>
                <a:gd name="T22" fmla="*/ 75787 w 461"/>
                <a:gd name="T23" fmla="*/ 47818 h 461"/>
                <a:gd name="T24" fmla="*/ 63607 w 461"/>
                <a:gd name="T25" fmla="*/ 23909 h 461"/>
                <a:gd name="T26" fmla="*/ 103756 w 461"/>
                <a:gd name="T27" fmla="*/ 15789 h 461"/>
                <a:gd name="T28" fmla="*/ 47818 w 461"/>
                <a:gd name="T29" fmla="*/ 131724 h 461"/>
                <a:gd name="T30" fmla="*/ 47818 w 461"/>
                <a:gd name="T31" fmla="*/ 131724 h 461"/>
                <a:gd name="T32" fmla="*/ 23909 w 461"/>
                <a:gd name="T33" fmla="*/ 147513 h 461"/>
                <a:gd name="T34" fmla="*/ 15789 w 461"/>
                <a:gd name="T35" fmla="*/ 107815 h 461"/>
                <a:gd name="T36" fmla="*/ 23909 w 461"/>
                <a:gd name="T37" fmla="*/ 63607 h 461"/>
                <a:gd name="T38" fmla="*/ 47818 w 461"/>
                <a:gd name="T39" fmla="*/ 75335 h 461"/>
                <a:gd name="T40" fmla="*/ 39698 w 461"/>
                <a:gd name="T41" fmla="*/ 103755 h 461"/>
                <a:gd name="T42" fmla="*/ 47818 w 461"/>
                <a:gd name="T43" fmla="*/ 131724 h 461"/>
                <a:gd name="T44" fmla="*/ 103756 w 461"/>
                <a:gd name="T45" fmla="*/ 195331 h 461"/>
                <a:gd name="T46" fmla="*/ 103756 w 461"/>
                <a:gd name="T47" fmla="*/ 195331 h 461"/>
                <a:gd name="T48" fmla="*/ 63607 w 461"/>
                <a:gd name="T49" fmla="*/ 183602 h 461"/>
                <a:gd name="T50" fmla="*/ 75787 w 461"/>
                <a:gd name="T51" fmla="*/ 159693 h 461"/>
                <a:gd name="T52" fmla="*/ 103756 w 461"/>
                <a:gd name="T53" fmla="*/ 167813 h 461"/>
                <a:gd name="T54" fmla="*/ 131274 w 461"/>
                <a:gd name="T55" fmla="*/ 159693 h 461"/>
                <a:gd name="T56" fmla="*/ 143905 w 461"/>
                <a:gd name="T57" fmla="*/ 183602 h 461"/>
                <a:gd name="T58" fmla="*/ 103756 w 461"/>
                <a:gd name="T59" fmla="*/ 195331 h 461"/>
                <a:gd name="T60" fmla="*/ 103756 w 461"/>
                <a:gd name="T61" fmla="*/ 155633 h 461"/>
                <a:gd name="T62" fmla="*/ 103756 w 461"/>
                <a:gd name="T63" fmla="*/ 155633 h 461"/>
                <a:gd name="T64" fmla="*/ 55938 w 461"/>
                <a:gd name="T65" fmla="*/ 103755 h 461"/>
                <a:gd name="T66" fmla="*/ 103756 w 461"/>
                <a:gd name="T67" fmla="*/ 55487 h 461"/>
                <a:gd name="T68" fmla="*/ 151574 w 461"/>
                <a:gd name="T69" fmla="*/ 103755 h 461"/>
                <a:gd name="T70" fmla="*/ 103756 w 461"/>
                <a:gd name="T71" fmla="*/ 155633 h 461"/>
                <a:gd name="T72" fmla="*/ 159694 w 461"/>
                <a:gd name="T73" fmla="*/ 131724 h 461"/>
                <a:gd name="T74" fmla="*/ 159694 w 461"/>
                <a:gd name="T75" fmla="*/ 131724 h 461"/>
                <a:gd name="T76" fmla="*/ 167814 w 461"/>
                <a:gd name="T77" fmla="*/ 103755 h 461"/>
                <a:gd name="T78" fmla="*/ 159694 w 461"/>
                <a:gd name="T79" fmla="*/ 75335 h 461"/>
                <a:gd name="T80" fmla="*/ 183603 w 461"/>
                <a:gd name="T81" fmla="*/ 63607 h 461"/>
                <a:gd name="T82" fmla="*/ 191723 w 461"/>
                <a:gd name="T83" fmla="*/ 103755 h 461"/>
                <a:gd name="T84" fmla="*/ 183603 w 461"/>
                <a:gd name="T85" fmla="*/ 147513 h 461"/>
                <a:gd name="T86" fmla="*/ 159694 w 461"/>
                <a:gd name="T87" fmla="*/ 131724 h 46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61" h="461">
                  <a:moveTo>
                    <a:pt x="230" y="8"/>
                  </a:moveTo>
                  <a:lnTo>
                    <a:pt x="230" y="8"/>
                  </a:lnTo>
                  <a:cubicBezTo>
                    <a:pt x="97" y="8"/>
                    <a:pt x="0" y="106"/>
                    <a:pt x="0" y="239"/>
                  </a:cubicBezTo>
                  <a:cubicBezTo>
                    <a:pt x="0" y="363"/>
                    <a:pt x="106" y="460"/>
                    <a:pt x="230" y="460"/>
                  </a:cubicBezTo>
                  <a:cubicBezTo>
                    <a:pt x="363" y="460"/>
                    <a:pt x="460" y="354"/>
                    <a:pt x="460" y="230"/>
                  </a:cubicBezTo>
                  <a:cubicBezTo>
                    <a:pt x="460" y="106"/>
                    <a:pt x="354" y="0"/>
                    <a:pt x="230" y="8"/>
                  </a:cubicBezTo>
                  <a:close/>
                  <a:moveTo>
                    <a:pt x="230" y="35"/>
                  </a:moveTo>
                  <a:lnTo>
                    <a:pt x="230" y="35"/>
                  </a:lnTo>
                  <a:cubicBezTo>
                    <a:pt x="256" y="35"/>
                    <a:pt x="291" y="44"/>
                    <a:pt x="319" y="53"/>
                  </a:cubicBezTo>
                  <a:cubicBezTo>
                    <a:pt x="291" y="106"/>
                    <a:pt x="291" y="106"/>
                    <a:pt x="291" y="106"/>
                  </a:cubicBezTo>
                  <a:cubicBezTo>
                    <a:pt x="275" y="97"/>
                    <a:pt x="247" y="97"/>
                    <a:pt x="230" y="97"/>
                  </a:cubicBezTo>
                  <a:cubicBezTo>
                    <a:pt x="203" y="97"/>
                    <a:pt x="185" y="97"/>
                    <a:pt x="168" y="106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68" y="44"/>
                    <a:pt x="194" y="35"/>
                    <a:pt x="230" y="35"/>
                  </a:cubicBezTo>
                  <a:close/>
                  <a:moveTo>
                    <a:pt x="106" y="292"/>
                  </a:moveTo>
                  <a:lnTo>
                    <a:pt x="106" y="292"/>
                  </a:lnTo>
                  <a:cubicBezTo>
                    <a:pt x="53" y="327"/>
                    <a:pt x="53" y="327"/>
                    <a:pt x="53" y="327"/>
                  </a:cubicBezTo>
                  <a:cubicBezTo>
                    <a:pt x="35" y="301"/>
                    <a:pt x="35" y="265"/>
                    <a:pt x="35" y="239"/>
                  </a:cubicBezTo>
                  <a:cubicBezTo>
                    <a:pt x="26" y="204"/>
                    <a:pt x="35" y="167"/>
                    <a:pt x="53" y="141"/>
                  </a:cubicBezTo>
                  <a:cubicBezTo>
                    <a:pt x="106" y="167"/>
                    <a:pt x="106" y="167"/>
                    <a:pt x="106" y="167"/>
                  </a:cubicBezTo>
                  <a:cubicBezTo>
                    <a:pt x="97" y="185"/>
                    <a:pt x="88" y="212"/>
                    <a:pt x="88" y="230"/>
                  </a:cubicBezTo>
                  <a:cubicBezTo>
                    <a:pt x="88" y="257"/>
                    <a:pt x="97" y="274"/>
                    <a:pt x="106" y="292"/>
                  </a:cubicBezTo>
                  <a:close/>
                  <a:moveTo>
                    <a:pt x="230" y="433"/>
                  </a:moveTo>
                  <a:lnTo>
                    <a:pt x="230" y="433"/>
                  </a:lnTo>
                  <a:cubicBezTo>
                    <a:pt x="194" y="433"/>
                    <a:pt x="168" y="425"/>
                    <a:pt x="141" y="407"/>
                  </a:cubicBezTo>
                  <a:cubicBezTo>
                    <a:pt x="168" y="354"/>
                    <a:pt x="168" y="354"/>
                    <a:pt x="168" y="354"/>
                  </a:cubicBezTo>
                  <a:cubicBezTo>
                    <a:pt x="185" y="363"/>
                    <a:pt x="203" y="372"/>
                    <a:pt x="230" y="372"/>
                  </a:cubicBezTo>
                  <a:cubicBezTo>
                    <a:pt x="247" y="372"/>
                    <a:pt x="275" y="363"/>
                    <a:pt x="291" y="354"/>
                  </a:cubicBezTo>
                  <a:cubicBezTo>
                    <a:pt x="319" y="407"/>
                    <a:pt x="319" y="407"/>
                    <a:pt x="319" y="407"/>
                  </a:cubicBezTo>
                  <a:cubicBezTo>
                    <a:pt x="291" y="425"/>
                    <a:pt x="266" y="433"/>
                    <a:pt x="230" y="433"/>
                  </a:cubicBezTo>
                  <a:close/>
                  <a:moveTo>
                    <a:pt x="230" y="345"/>
                  </a:moveTo>
                  <a:lnTo>
                    <a:pt x="230" y="345"/>
                  </a:lnTo>
                  <a:cubicBezTo>
                    <a:pt x="168" y="345"/>
                    <a:pt x="124" y="292"/>
                    <a:pt x="124" y="230"/>
                  </a:cubicBezTo>
                  <a:cubicBezTo>
                    <a:pt x="124" y="167"/>
                    <a:pt x="168" y="123"/>
                    <a:pt x="230" y="123"/>
                  </a:cubicBezTo>
                  <a:cubicBezTo>
                    <a:pt x="291" y="123"/>
                    <a:pt x="336" y="167"/>
                    <a:pt x="336" y="230"/>
                  </a:cubicBezTo>
                  <a:cubicBezTo>
                    <a:pt x="336" y="292"/>
                    <a:pt x="291" y="345"/>
                    <a:pt x="230" y="345"/>
                  </a:cubicBezTo>
                  <a:close/>
                  <a:moveTo>
                    <a:pt x="354" y="292"/>
                  </a:moveTo>
                  <a:lnTo>
                    <a:pt x="354" y="292"/>
                  </a:lnTo>
                  <a:cubicBezTo>
                    <a:pt x="363" y="274"/>
                    <a:pt x="372" y="257"/>
                    <a:pt x="372" y="230"/>
                  </a:cubicBezTo>
                  <a:cubicBezTo>
                    <a:pt x="372" y="212"/>
                    <a:pt x="363" y="185"/>
                    <a:pt x="354" y="167"/>
                  </a:cubicBezTo>
                  <a:cubicBezTo>
                    <a:pt x="407" y="141"/>
                    <a:pt x="407" y="141"/>
                    <a:pt x="407" y="141"/>
                  </a:cubicBezTo>
                  <a:cubicBezTo>
                    <a:pt x="416" y="167"/>
                    <a:pt x="425" y="195"/>
                    <a:pt x="425" y="230"/>
                  </a:cubicBezTo>
                  <a:cubicBezTo>
                    <a:pt x="425" y="265"/>
                    <a:pt x="416" y="292"/>
                    <a:pt x="407" y="327"/>
                  </a:cubicBezTo>
                  <a:lnTo>
                    <a:pt x="354" y="2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73" name="Freeform 27"/>
            <p:cNvSpPr>
              <a:spLocks noChangeArrowheads="1"/>
            </p:cNvSpPr>
            <p:nvPr/>
          </p:nvSpPr>
          <p:spPr bwMode="auto">
            <a:xfrm>
              <a:off x="8736601" y="5271655"/>
              <a:ext cx="305059" cy="238928"/>
            </a:xfrm>
            <a:custGeom>
              <a:avLst/>
              <a:gdLst>
                <a:gd name="T0" fmla="*/ 194710 w 506"/>
                <a:gd name="T1" fmla="*/ 31193 h 399"/>
                <a:gd name="T2" fmla="*/ 194710 w 506"/>
                <a:gd name="T3" fmla="*/ 31193 h 399"/>
                <a:gd name="T4" fmla="*/ 75372 w 506"/>
                <a:gd name="T5" fmla="*/ 15596 h 399"/>
                <a:gd name="T6" fmla="*/ 4038 w 506"/>
                <a:gd name="T7" fmla="*/ 98481 h 399"/>
                <a:gd name="T8" fmla="*/ 87485 w 506"/>
                <a:gd name="T9" fmla="*/ 177354 h 399"/>
                <a:gd name="T10" fmla="*/ 170932 w 506"/>
                <a:gd name="T11" fmla="*/ 138140 h 399"/>
                <a:gd name="T12" fmla="*/ 162856 w 506"/>
                <a:gd name="T13" fmla="*/ 94470 h 399"/>
                <a:gd name="T14" fmla="*/ 210412 w 506"/>
                <a:gd name="T15" fmla="*/ 90460 h 399"/>
                <a:gd name="T16" fmla="*/ 194710 w 506"/>
                <a:gd name="T17" fmla="*/ 31193 h 399"/>
                <a:gd name="T18" fmla="*/ 122927 w 506"/>
                <a:gd name="T19" fmla="*/ 134130 h 399"/>
                <a:gd name="T20" fmla="*/ 122927 w 506"/>
                <a:gd name="T21" fmla="*/ 134130 h 399"/>
                <a:gd name="T22" fmla="*/ 107225 w 506"/>
                <a:gd name="T23" fmla="*/ 118088 h 399"/>
                <a:gd name="T24" fmla="*/ 122927 w 506"/>
                <a:gd name="T25" fmla="*/ 102491 h 399"/>
                <a:gd name="T26" fmla="*/ 138630 w 506"/>
                <a:gd name="T27" fmla="*/ 118088 h 399"/>
                <a:gd name="T28" fmla="*/ 122927 w 506"/>
                <a:gd name="T29" fmla="*/ 134130 h 39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06" h="399">
                  <a:moveTo>
                    <a:pt x="434" y="70"/>
                  </a:moveTo>
                  <a:lnTo>
                    <a:pt x="434" y="70"/>
                  </a:lnTo>
                  <a:cubicBezTo>
                    <a:pt x="354" y="17"/>
                    <a:pt x="265" y="0"/>
                    <a:pt x="168" y="35"/>
                  </a:cubicBezTo>
                  <a:cubicBezTo>
                    <a:pt x="89" y="53"/>
                    <a:pt x="9" y="141"/>
                    <a:pt x="9" y="221"/>
                  </a:cubicBezTo>
                  <a:cubicBezTo>
                    <a:pt x="0" y="319"/>
                    <a:pt x="71" y="398"/>
                    <a:pt x="195" y="398"/>
                  </a:cubicBezTo>
                  <a:cubicBezTo>
                    <a:pt x="337" y="398"/>
                    <a:pt x="381" y="328"/>
                    <a:pt x="381" y="310"/>
                  </a:cubicBezTo>
                  <a:cubicBezTo>
                    <a:pt x="390" y="292"/>
                    <a:pt x="328" y="248"/>
                    <a:pt x="363" y="212"/>
                  </a:cubicBezTo>
                  <a:cubicBezTo>
                    <a:pt x="408" y="168"/>
                    <a:pt x="452" y="203"/>
                    <a:pt x="469" y="203"/>
                  </a:cubicBezTo>
                  <a:cubicBezTo>
                    <a:pt x="496" y="194"/>
                    <a:pt x="505" y="124"/>
                    <a:pt x="434" y="70"/>
                  </a:cubicBezTo>
                  <a:close/>
                  <a:moveTo>
                    <a:pt x="274" y="301"/>
                  </a:moveTo>
                  <a:lnTo>
                    <a:pt x="274" y="301"/>
                  </a:lnTo>
                  <a:cubicBezTo>
                    <a:pt x="248" y="301"/>
                    <a:pt x="239" y="283"/>
                    <a:pt x="239" y="265"/>
                  </a:cubicBezTo>
                  <a:cubicBezTo>
                    <a:pt x="239" y="248"/>
                    <a:pt x="248" y="230"/>
                    <a:pt x="274" y="230"/>
                  </a:cubicBezTo>
                  <a:cubicBezTo>
                    <a:pt x="293" y="230"/>
                    <a:pt x="309" y="248"/>
                    <a:pt x="309" y="265"/>
                  </a:cubicBezTo>
                  <a:cubicBezTo>
                    <a:pt x="309" y="283"/>
                    <a:pt x="293" y="301"/>
                    <a:pt x="274" y="30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75" name="Freeform 35"/>
            <p:cNvSpPr>
              <a:spLocks noChangeArrowheads="1"/>
            </p:cNvSpPr>
            <p:nvPr/>
          </p:nvSpPr>
          <p:spPr bwMode="auto">
            <a:xfrm>
              <a:off x="8691298" y="4371072"/>
              <a:ext cx="215462" cy="251727"/>
            </a:xfrm>
            <a:custGeom>
              <a:avLst/>
              <a:gdLst>
                <a:gd name="T0" fmla="*/ 144078 w 355"/>
                <a:gd name="T1" fmla="*/ 63340 h 417"/>
                <a:gd name="T2" fmla="*/ 144078 w 355"/>
                <a:gd name="T3" fmla="*/ 63340 h 417"/>
                <a:gd name="T4" fmla="*/ 123754 w 355"/>
                <a:gd name="T5" fmla="*/ 63340 h 417"/>
                <a:gd name="T6" fmla="*/ 123754 w 355"/>
                <a:gd name="T7" fmla="*/ 47617 h 417"/>
                <a:gd name="T8" fmla="*/ 79492 w 355"/>
                <a:gd name="T9" fmla="*/ 0 h 417"/>
                <a:gd name="T10" fmla="*/ 35681 w 355"/>
                <a:gd name="T11" fmla="*/ 47617 h 417"/>
                <a:gd name="T12" fmla="*/ 35681 w 355"/>
                <a:gd name="T13" fmla="*/ 63340 h 417"/>
                <a:gd name="T14" fmla="*/ 11291 w 355"/>
                <a:gd name="T15" fmla="*/ 63340 h 417"/>
                <a:gd name="T16" fmla="*/ 0 w 355"/>
                <a:gd name="T17" fmla="*/ 79512 h 417"/>
                <a:gd name="T18" fmla="*/ 0 w 355"/>
                <a:gd name="T19" fmla="*/ 167110 h 417"/>
                <a:gd name="T20" fmla="*/ 11291 w 355"/>
                <a:gd name="T21" fmla="*/ 178790 h 417"/>
                <a:gd name="T22" fmla="*/ 23938 w 355"/>
                <a:gd name="T23" fmla="*/ 182833 h 417"/>
                <a:gd name="T24" fmla="*/ 47876 w 355"/>
                <a:gd name="T25" fmla="*/ 186876 h 417"/>
                <a:gd name="T26" fmla="*/ 111559 w 355"/>
                <a:gd name="T27" fmla="*/ 186876 h 417"/>
                <a:gd name="T28" fmla="*/ 135497 w 355"/>
                <a:gd name="T29" fmla="*/ 182833 h 417"/>
                <a:gd name="T30" fmla="*/ 147692 w 355"/>
                <a:gd name="T31" fmla="*/ 178790 h 417"/>
                <a:gd name="T32" fmla="*/ 159886 w 355"/>
                <a:gd name="T33" fmla="*/ 167110 h 417"/>
                <a:gd name="T34" fmla="*/ 159886 w 355"/>
                <a:gd name="T35" fmla="*/ 79512 h 417"/>
                <a:gd name="T36" fmla="*/ 144078 w 355"/>
                <a:gd name="T37" fmla="*/ 63340 h 417"/>
                <a:gd name="T38" fmla="*/ 55554 w 355"/>
                <a:gd name="T39" fmla="*/ 43574 h 417"/>
                <a:gd name="T40" fmla="*/ 55554 w 355"/>
                <a:gd name="T41" fmla="*/ 43574 h 417"/>
                <a:gd name="T42" fmla="*/ 79492 w 355"/>
                <a:gd name="T43" fmla="*/ 19766 h 417"/>
                <a:gd name="T44" fmla="*/ 103429 w 355"/>
                <a:gd name="T45" fmla="*/ 43574 h 417"/>
                <a:gd name="T46" fmla="*/ 103429 w 355"/>
                <a:gd name="T47" fmla="*/ 63340 h 417"/>
                <a:gd name="T48" fmla="*/ 55554 w 355"/>
                <a:gd name="T49" fmla="*/ 63340 h 417"/>
                <a:gd name="T50" fmla="*/ 55554 w 355"/>
                <a:gd name="T51" fmla="*/ 43574 h 4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55" h="417">
                  <a:moveTo>
                    <a:pt x="319" y="141"/>
                  </a:moveTo>
                  <a:lnTo>
                    <a:pt x="319" y="141"/>
                  </a:lnTo>
                  <a:cubicBezTo>
                    <a:pt x="274" y="141"/>
                    <a:pt x="274" y="141"/>
                    <a:pt x="274" y="141"/>
                  </a:cubicBezTo>
                  <a:cubicBezTo>
                    <a:pt x="274" y="106"/>
                    <a:pt x="274" y="106"/>
                    <a:pt x="274" y="106"/>
                  </a:cubicBezTo>
                  <a:cubicBezTo>
                    <a:pt x="274" y="35"/>
                    <a:pt x="238" y="0"/>
                    <a:pt x="176" y="0"/>
                  </a:cubicBezTo>
                  <a:cubicBezTo>
                    <a:pt x="106" y="0"/>
                    <a:pt x="79" y="35"/>
                    <a:pt x="79" y="106"/>
                  </a:cubicBezTo>
                  <a:cubicBezTo>
                    <a:pt x="79" y="141"/>
                    <a:pt x="79" y="141"/>
                    <a:pt x="79" y="141"/>
                  </a:cubicBezTo>
                  <a:cubicBezTo>
                    <a:pt x="25" y="141"/>
                    <a:pt x="25" y="141"/>
                    <a:pt x="25" y="141"/>
                  </a:cubicBezTo>
                  <a:cubicBezTo>
                    <a:pt x="17" y="141"/>
                    <a:pt x="0" y="159"/>
                    <a:pt x="0" y="177"/>
                  </a:cubicBezTo>
                  <a:cubicBezTo>
                    <a:pt x="0" y="372"/>
                    <a:pt x="0" y="372"/>
                    <a:pt x="0" y="372"/>
                  </a:cubicBezTo>
                  <a:cubicBezTo>
                    <a:pt x="0" y="381"/>
                    <a:pt x="17" y="398"/>
                    <a:pt x="25" y="398"/>
                  </a:cubicBezTo>
                  <a:cubicBezTo>
                    <a:pt x="53" y="407"/>
                    <a:pt x="53" y="407"/>
                    <a:pt x="53" y="407"/>
                  </a:cubicBezTo>
                  <a:cubicBezTo>
                    <a:pt x="70" y="416"/>
                    <a:pt x="88" y="416"/>
                    <a:pt x="106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65" y="416"/>
                    <a:pt x="283" y="416"/>
                    <a:pt x="300" y="407"/>
                  </a:cubicBezTo>
                  <a:cubicBezTo>
                    <a:pt x="327" y="398"/>
                    <a:pt x="327" y="398"/>
                    <a:pt x="327" y="398"/>
                  </a:cubicBezTo>
                  <a:cubicBezTo>
                    <a:pt x="336" y="398"/>
                    <a:pt x="354" y="381"/>
                    <a:pt x="354" y="372"/>
                  </a:cubicBezTo>
                  <a:cubicBezTo>
                    <a:pt x="354" y="177"/>
                    <a:pt x="354" y="177"/>
                    <a:pt x="354" y="177"/>
                  </a:cubicBezTo>
                  <a:cubicBezTo>
                    <a:pt x="354" y="159"/>
                    <a:pt x="336" y="141"/>
                    <a:pt x="319" y="141"/>
                  </a:cubicBezTo>
                  <a:close/>
                  <a:moveTo>
                    <a:pt x="123" y="97"/>
                  </a:moveTo>
                  <a:lnTo>
                    <a:pt x="123" y="97"/>
                  </a:lnTo>
                  <a:cubicBezTo>
                    <a:pt x="123" y="62"/>
                    <a:pt x="150" y="44"/>
                    <a:pt x="176" y="44"/>
                  </a:cubicBezTo>
                  <a:cubicBezTo>
                    <a:pt x="203" y="44"/>
                    <a:pt x="229" y="62"/>
                    <a:pt x="229" y="97"/>
                  </a:cubicBezTo>
                  <a:cubicBezTo>
                    <a:pt x="229" y="141"/>
                    <a:pt x="229" y="141"/>
                    <a:pt x="229" y="141"/>
                  </a:cubicBezTo>
                  <a:cubicBezTo>
                    <a:pt x="123" y="141"/>
                    <a:pt x="123" y="141"/>
                    <a:pt x="123" y="141"/>
                  </a:cubicBezTo>
                  <a:lnTo>
                    <a:pt x="123" y="9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80" name="Freeform 36"/>
            <p:cNvSpPr>
              <a:spLocks noChangeArrowheads="1"/>
            </p:cNvSpPr>
            <p:nvPr/>
          </p:nvSpPr>
          <p:spPr bwMode="auto">
            <a:xfrm>
              <a:off x="6457414" y="3412484"/>
              <a:ext cx="290126" cy="262394"/>
            </a:xfrm>
            <a:custGeom>
              <a:avLst/>
              <a:gdLst>
                <a:gd name="T0" fmla="*/ 107500 w 480"/>
                <a:gd name="T1" fmla="*/ 146895 h 436"/>
                <a:gd name="T2" fmla="*/ 107500 w 480"/>
                <a:gd name="T3" fmla="*/ 146895 h 436"/>
                <a:gd name="T4" fmla="*/ 83661 w 480"/>
                <a:gd name="T5" fmla="*/ 171079 h 436"/>
                <a:gd name="T6" fmla="*/ 107500 w 480"/>
                <a:gd name="T7" fmla="*/ 194815 h 436"/>
                <a:gd name="T8" fmla="*/ 131339 w 480"/>
                <a:gd name="T9" fmla="*/ 171079 h 436"/>
                <a:gd name="T10" fmla="*/ 107500 w 480"/>
                <a:gd name="T11" fmla="*/ 146895 h 436"/>
                <a:gd name="T12" fmla="*/ 59822 w 480"/>
                <a:gd name="T13" fmla="*/ 123159 h 436"/>
                <a:gd name="T14" fmla="*/ 59822 w 480"/>
                <a:gd name="T15" fmla="*/ 123159 h 436"/>
                <a:gd name="T16" fmla="*/ 75565 w 480"/>
                <a:gd name="T17" fmla="*/ 139282 h 436"/>
                <a:gd name="T18" fmla="*/ 139435 w 480"/>
                <a:gd name="T19" fmla="*/ 139282 h 436"/>
                <a:gd name="T20" fmla="*/ 155178 w 480"/>
                <a:gd name="T21" fmla="*/ 123159 h 436"/>
                <a:gd name="T22" fmla="*/ 59822 w 480"/>
                <a:gd name="T23" fmla="*/ 123159 h 436"/>
                <a:gd name="T24" fmla="*/ 27887 w 480"/>
                <a:gd name="T25" fmla="*/ 91362 h 436"/>
                <a:gd name="T26" fmla="*/ 27887 w 480"/>
                <a:gd name="T27" fmla="*/ 91362 h 436"/>
                <a:gd name="T28" fmla="*/ 44080 w 480"/>
                <a:gd name="T29" fmla="*/ 107484 h 436"/>
                <a:gd name="T30" fmla="*/ 171371 w 480"/>
                <a:gd name="T31" fmla="*/ 107484 h 436"/>
                <a:gd name="T32" fmla="*/ 187563 w 480"/>
                <a:gd name="T33" fmla="*/ 91362 h 436"/>
                <a:gd name="T34" fmla="*/ 27887 w 480"/>
                <a:gd name="T35" fmla="*/ 91362 h 436"/>
                <a:gd name="T36" fmla="*/ 0 w 480"/>
                <a:gd name="T37" fmla="*/ 60012 h 436"/>
                <a:gd name="T38" fmla="*/ 0 w 480"/>
                <a:gd name="T39" fmla="*/ 60012 h 436"/>
                <a:gd name="T40" fmla="*/ 11695 w 480"/>
                <a:gd name="T41" fmla="*/ 75687 h 436"/>
                <a:gd name="T42" fmla="*/ 199258 w 480"/>
                <a:gd name="T43" fmla="*/ 75687 h 436"/>
                <a:gd name="T44" fmla="*/ 215450 w 480"/>
                <a:gd name="T45" fmla="*/ 60012 h 436"/>
                <a:gd name="T46" fmla="*/ 0 w 480"/>
                <a:gd name="T47" fmla="*/ 60012 h 4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80" h="436">
                  <a:moveTo>
                    <a:pt x="239" y="328"/>
                  </a:moveTo>
                  <a:lnTo>
                    <a:pt x="239" y="328"/>
                  </a:lnTo>
                  <a:cubicBezTo>
                    <a:pt x="213" y="328"/>
                    <a:pt x="186" y="355"/>
                    <a:pt x="186" y="382"/>
                  </a:cubicBezTo>
                  <a:cubicBezTo>
                    <a:pt x="186" y="409"/>
                    <a:pt x="213" y="435"/>
                    <a:pt x="239" y="435"/>
                  </a:cubicBezTo>
                  <a:cubicBezTo>
                    <a:pt x="266" y="435"/>
                    <a:pt x="292" y="409"/>
                    <a:pt x="292" y="382"/>
                  </a:cubicBezTo>
                  <a:cubicBezTo>
                    <a:pt x="292" y="355"/>
                    <a:pt x="266" y="328"/>
                    <a:pt x="239" y="328"/>
                  </a:cubicBezTo>
                  <a:close/>
                  <a:moveTo>
                    <a:pt x="133" y="275"/>
                  </a:moveTo>
                  <a:lnTo>
                    <a:pt x="133" y="275"/>
                  </a:lnTo>
                  <a:cubicBezTo>
                    <a:pt x="168" y="311"/>
                    <a:pt x="168" y="311"/>
                    <a:pt x="168" y="311"/>
                  </a:cubicBezTo>
                  <a:cubicBezTo>
                    <a:pt x="204" y="275"/>
                    <a:pt x="266" y="275"/>
                    <a:pt x="310" y="311"/>
                  </a:cubicBezTo>
                  <a:cubicBezTo>
                    <a:pt x="345" y="275"/>
                    <a:pt x="345" y="275"/>
                    <a:pt x="345" y="275"/>
                  </a:cubicBezTo>
                  <a:cubicBezTo>
                    <a:pt x="283" y="222"/>
                    <a:pt x="195" y="222"/>
                    <a:pt x="133" y="275"/>
                  </a:cubicBezTo>
                  <a:close/>
                  <a:moveTo>
                    <a:pt x="62" y="204"/>
                  </a:moveTo>
                  <a:lnTo>
                    <a:pt x="62" y="204"/>
                  </a:lnTo>
                  <a:cubicBezTo>
                    <a:pt x="98" y="240"/>
                    <a:pt x="98" y="240"/>
                    <a:pt x="98" y="240"/>
                  </a:cubicBezTo>
                  <a:cubicBezTo>
                    <a:pt x="177" y="169"/>
                    <a:pt x="301" y="169"/>
                    <a:pt x="381" y="240"/>
                  </a:cubicBezTo>
                  <a:cubicBezTo>
                    <a:pt x="417" y="204"/>
                    <a:pt x="417" y="204"/>
                    <a:pt x="417" y="204"/>
                  </a:cubicBezTo>
                  <a:cubicBezTo>
                    <a:pt x="319" y="107"/>
                    <a:pt x="160" y="107"/>
                    <a:pt x="62" y="204"/>
                  </a:cubicBezTo>
                  <a:close/>
                  <a:moveTo>
                    <a:pt x="0" y="134"/>
                  </a:moveTo>
                  <a:lnTo>
                    <a:pt x="0" y="134"/>
                  </a:lnTo>
                  <a:cubicBezTo>
                    <a:pt x="26" y="169"/>
                    <a:pt x="26" y="169"/>
                    <a:pt x="26" y="169"/>
                  </a:cubicBezTo>
                  <a:cubicBezTo>
                    <a:pt x="142" y="54"/>
                    <a:pt x="328" y="54"/>
                    <a:pt x="443" y="169"/>
                  </a:cubicBezTo>
                  <a:cubicBezTo>
                    <a:pt x="479" y="134"/>
                    <a:pt x="479" y="134"/>
                    <a:pt x="479" y="134"/>
                  </a:cubicBezTo>
                  <a:cubicBezTo>
                    <a:pt x="345" y="0"/>
                    <a:pt x="133" y="0"/>
                    <a:pt x="0" y="1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87" name="Freeform 46"/>
            <p:cNvSpPr>
              <a:spLocks noChangeArrowheads="1"/>
            </p:cNvSpPr>
            <p:nvPr/>
          </p:nvSpPr>
          <p:spPr bwMode="auto">
            <a:xfrm>
              <a:off x="7111201" y="3947580"/>
              <a:ext cx="279461" cy="266661"/>
            </a:xfrm>
            <a:custGeom>
              <a:avLst/>
              <a:gdLst>
                <a:gd name="T0" fmla="*/ 163754 w 461"/>
                <a:gd name="T1" fmla="*/ 150508 h 443"/>
                <a:gd name="T2" fmla="*/ 163754 w 461"/>
                <a:gd name="T3" fmla="*/ 150508 h 443"/>
                <a:gd name="T4" fmla="*/ 128116 w 461"/>
                <a:gd name="T5" fmla="*/ 111089 h 443"/>
                <a:gd name="T6" fmla="*/ 139845 w 461"/>
                <a:gd name="T7" fmla="*/ 87349 h 443"/>
                <a:gd name="T8" fmla="*/ 147965 w 461"/>
                <a:gd name="T9" fmla="*/ 67639 h 443"/>
                <a:gd name="T10" fmla="*/ 143905 w 461"/>
                <a:gd name="T11" fmla="*/ 59128 h 443"/>
                <a:gd name="T12" fmla="*/ 147965 w 461"/>
                <a:gd name="T13" fmla="*/ 39419 h 443"/>
                <a:gd name="T14" fmla="*/ 103756 w 461"/>
                <a:gd name="T15" fmla="*/ 0 h 443"/>
                <a:gd name="T16" fmla="*/ 59547 w 461"/>
                <a:gd name="T17" fmla="*/ 39419 h 443"/>
                <a:gd name="T18" fmla="*/ 63607 w 461"/>
                <a:gd name="T19" fmla="*/ 59128 h 443"/>
                <a:gd name="T20" fmla="*/ 59547 w 461"/>
                <a:gd name="T21" fmla="*/ 67639 h 443"/>
                <a:gd name="T22" fmla="*/ 67667 w 461"/>
                <a:gd name="T23" fmla="*/ 87349 h 443"/>
                <a:gd name="T24" fmla="*/ 79847 w 461"/>
                <a:gd name="T25" fmla="*/ 111089 h 443"/>
                <a:gd name="T26" fmla="*/ 43758 w 461"/>
                <a:gd name="T27" fmla="*/ 150508 h 443"/>
                <a:gd name="T28" fmla="*/ 0 w 461"/>
                <a:gd name="T29" fmla="*/ 178281 h 443"/>
                <a:gd name="T30" fmla="*/ 0 w 461"/>
                <a:gd name="T31" fmla="*/ 197990 h 443"/>
                <a:gd name="T32" fmla="*/ 103756 w 461"/>
                <a:gd name="T33" fmla="*/ 197990 h 443"/>
                <a:gd name="T34" fmla="*/ 207512 w 461"/>
                <a:gd name="T35" fmla="*/ 197990 h 443"/>
                <a:gd name="T36" fmla="*/ 207512 w 461"/>
                <a:gd name="T37" fmla="*/ 178281 h 443"/>
                <a:gd name="T38" fmla="*/ 163754 w 461"/>
                <a:gd name="T39" fmla="*/ 150508 h 44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461" h="443">
                  <a:moveTo>
                    <a:pt x="363" y="336"/>
                  </a:moveTo>
                  <a:lnTo>
                    <a:pt x="363" y="336"/>
                  </a:lnTo>
                  <a:cubicBezTo>
                    <a:pt x="301" y="310"/>
                    <a:pt x="284" y="292"/>
                    <a:pt x="284" y="248"/>
                  </a:cubicBezTo>
                  <a:cubicBezTo>
                    <a:pt x="284" y="230"/>
                    <a:pt x="301" y="239"/>
                    <a:pt x="310" y="195"/>
                  </a:cubicBezTo>
                  <a:cubicBezTo>
                    <a:pt x="310" y="176"/>
                    <a:pt x="328" y="195"/>
                    <a:pt x="328" y="151"/>
                  </a:cubicBezTo>
                  <a:cubicBezTo>
                    <a:pt x="328" y="132"/>
                    <a:pt x="319" y="132"/>
                    <a:pt x="319" y="132"/>
                  </a:cubicBezTo>
                  <a:cubicBezTo>
                    <a:pt x="319" y="132"/>
                    <a:pt x="328" y="106"/>
                    <a:pt x="328" y="88"/>
                  </a:cubicBezTo>
                  <a:cubicBezTo>
                    <a:pt x="328" y="61"/>
                    <a:pt x="319" y="0"/>
                    <a:pt x="230" y="0"/>
                  </a:cubicBezTo>
                  <a:cubicBezTo>
                    <a:pt x="141" y="0"/>
                    <a:pt x="132" y="61"/>
                    <a:pt x="132" y="88"/>
                  </a:cubicBezTo>
                  <a:cubicBezTo>
                    <a:pt x="132" y="106"/>
                    <a:pt x="141" y="132"/>
                    <a:pt x="141" y="132"/>
                  </a:cubicBezTo>
                  <a:cubicBezTo>
                    <a:pt x="141" y="132"/>
                    <a:pt x="132" y="132"/>
                    <a:pt x="132" y="151"/>
                  </a:cubicBezTo>
                  <a:cubicBezTo>
                    <a:pt x="132" y="195"/>
                    <a:pt x="150" y="176"/>
                    <a:pt x="150" y="195"/>
                  </a:cubicBezTo>
                  <a:cubicBezTo>
                    <a:pt x="159" y="239"/>
                    <a:pt x="177" y="230"/>
                    <a:pt x="177" y="248"/>
                  </a:cubicBezTo>
                  <a:cubicBezTo>
                    <a:pt x="177" y="292"/>
                    <a:pt x="159" y="310"/>
                    <a:pt x="97" y="336"/>
                  </a:cubicBezTo>
                  <a:cubicBezTo>
                    <a:pt x="35" y="354"/>
                    <a:pt x="0" y="380"/>
                    <a:pt x="0" y="398"/>
                  </a:cubicBezTo>
                  <a:cubicBezTo>
                    <a:pt x="0" y="407"/>
                    <a:pt x="0" y="442"/>
                    <a:pt x="0" y="442"/>
                  </a:cubicBezTo>
                  <a:cubicBezTo>
                    <a:pt x="230" y="442"/>
                    <a:pt x="230" y="442"/>
                    <a:pt x="230" y="442"/>
                  </a:cubicBezTo>
                  <a:cubicBezTo>
                    <a:pt x="460" y="442"/>
                    <a:pt x="460" y="442"/>
                    <a:pt x="460" y="442"/>
                  </a:cubicBezTo>
                  <a:cubicBezTo>
                    <a:pt x="460" y="442"/>
                    <a:pt x="460" y="407"/>
                    <a:pt x="460" y="398"/>
                  </a:cubicBezTo>
                  <a:cubicBezTo>
                    <a:pt x="460" y="380"/>
                    <a:pt x="425" y="354"/>
                    <a:pt x="363" y="33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88" name="Freeform 65"/>
            <p:cNvSpPr>
              <a:spLocks noChangeArrowheads="1"/>
            </p:cNvSpPr>
            <p:nvPr/>
          </p:nvSpPr>
          <p:spPr bwMode="auto">
            <a:xfrm>
              <a:off x="4565679" y="3565624"/>
              <a:ext cx="253861" cy="251727"/>
            </a:xfrm>
            <a:custGeom>
              <a:avLst/>
              <a:gdLst>
                <a:gd name="T0" fmla="*/ 172604 w 417"/>
                <a:gd name="T1" fmla="*/ 91192 h 417"/>
                <a:gd name="T2" fmla="*/ 172604 w 417"/>
                <a:gd name="T3" fmla="*/ 91192 h 417"/>
                <a:gd name="T4" fmla="*/ 188460 w 417"/>
                <a:gd name="T5" fmla="*/ 63340 h 417"/>
                <a:gd name="T6" fmla="*/ 184836 w 417"/>
                <a:gd name="T7" fmla="*/ 47617 h 417"/>
                <a:gd name="T8" fmla="*/ 152671 w 417"/>
                <a:gd name="T9" fmla="*/ 35488 h 417"/>
                <a:gd name="T10" fmla="*/ 144516 w 417"/>
                <a:gd name="T11" fmla="*/ 7637 h 417"/>
                <a:gd name="T12" fmla="*/ 124583 w 417"/>
                <a:gd name="T13" fmla="*/ 0 h 417"/>
                <a:gd name="T14" fmla="*/ 96495 w 417"/>
                <a:gd name="T15" fmla="*/ 15723 h 417"/>
                <a:gd name="T16" fmla="*/ 68407 w 417"/>
                <a:gd name="T17" fmla="*/ 0 h 417"/>
                <a:gd name="T18" fmla="*/ 48474 w 417"/>
                <a:gd name="T19" fmla="*/ 7637 h 417"/>
                <a:gd name="T20" fmla="*/ 40320 w 417"/>
                <a:gd name="T21" fmla="*/ 35488 h 417"/>
                <a:gd name="T22" fmla="*/ 8155 w 417"/>
                <a:gd name="T23" fmla="*/ 47617 h 417"/>
                <a:gd name="T24" fmla="*/ 0 w 417"/>
                <a:gd name="T25" fmla="*/ 63340 h 417"/>
                <a:gd name="T26" fmla="*/ 19933 w 417"/>
                <a:gd name="T27" fmla="*/ 91192 h 417"/>
                <a:gd name="T28" fmla="*/ 0 w 417"/>
                <a:gd name="T29" fmla="*/ 123536 h 417"/>
                <a:gd name="T30" fmla="*/ 8155 w 417"/>
                <a:gd name="T31" fmla="*/ 139258 h 417"/>
                <a:gd name="T32" fmla="*/ 40320 w 417"/>
                <a:gd name="T33" fmla="*/ 147344 h 417"/>
                <a:gd name="T34" fmla="*/ 48474 w 417"/>
                <a:gd name="T35" fmla="*/ 178790 h 417"/>
                <a:gd name="T36" fmla="*/ 68407 w 417"/>
                <a:gd name="T37" fmla="*/ 186876 h 417"/>
                <a:gd name="T38" fmla="*/ 96495 w 417"/>
                <a:gd name="T39" fmla="*/ 167110 h 417"/>
                <a:gd name="T40" fmla="*/ 124583 w 417"/>
                <a:gd name="T41" fmla="*/ 186876 h 417"/>
                <a:gd name="T42" fmla="*/ 144516 w 417"/>
                <a:gd name="T43" fmla="*/ 178790 h 417"/>
                <a:gd name="T44" fmla="*/ 152671 w 417"/>
                <a:gd name="T45" fmla="*/ 147344 h 417"/>
                <a:gd name="T46" fmla="*/ 184836 w 417"/>
                <a:gd name="T47" fmla="*/ 139258 h 417"/>
                <a:gd name="T48" fmla="*/ 188460 w 417"/>
                <a:gd name="T49" fmla="*/ 119043 h 417"/>
                <a:gd name="T50" fmla="*/ 172604 w 417"/>
                <a:gd name="T51" fmla="*/ 91192 h 417"/>
                <a:gd name="T52" fmla="*/ 96495 w 417"/>
                <a:gd name="T53" fmla="*/ 131172 h 417"/>
                <a:gd name="T54" fmla="*/ 96495 w 417"/>
                <a:gd name="T55" fmla="*/ 131172 h 417"/>
                <a:gd name="T56" fmla="*/ 56629 w 417"/>
                <a:gd name="T57" fmla="*/ 91192 h 417"/>
                <a:gd name="T58" fmla="*/ 96495 w 417"/>
                <a:gd name="T59" fmla="*/ 51660 h 417"/>
                <a:gd name="T60" fmla="*/ 136362 w 417"/>
                <a:gd name="T61" fmla="*/ 91192 h 417"/>
                <a:gd name="T62" fmla="*/ 96495 w 417"/>
                <a:gd name="T63" fmla="*/ 131172 h 41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417" h="417">
                  <a:moveTo>
                    <a:pt x="381" y="203"/>
                  </a:moveTo>
                  <a:lnTo>
                    <a:pt x="381" y="203"/>
                  </a:lnTo>
                  <a:cubicBezTo>
                    <a:pt x="381" y="177"/>
                    <a:pt x="399" y="159"/>
                    <a:pt x="416" y="141"/>
                  </a:cubicBezTo>
                  <a:cubicBezTo>
                    <a:pt x="416" y="132"/>
                    <a:pt x="408" y="115"/>
                    <a:pt x="408" y="106"/>
                  </a:cubicBezTo>
                  <a:cubicBezTo>
                    <a:pt x="372" y="115"/>
                    <a:pt x="354" y="97"/>
                    <a:pt x="337" y="79"/>
                  </a:cubicBezTo>
                  <a:cubicBezTo>
                    <a:pt x="319" y="62"/>
                    <a:pt x="310" y="44"/>
                    <a:pt x="319" y="17"/>
                  </a:cubicBezTo>
                  <a:cubicBezTo>
                    <a:pt x="310" y="9"/>
                    <a:pt x="293" y="0"/>
                    <a:pt x="275" y="0"/>
                  </a:cubicBezTo>
                  <a:cubicBezTo>
                    <a:pt x="266" y="17"/>
                    <a:pt x="240" y="35"/>
                    <a:pt x="213" y="35"/>
                  </a:cubicBezTo>
                  <a:cubicBezTo>
                    <a:pt x="187" y="35"/>
                    <a:pt x="160" y="17"/>
                    <a:pt x="151" y="0"/>
                  </a:cubicBezTo>
                  <a:cubicBezTo>
                    <a:pt x="133" y="0"/>
                    <a:pt x="116" y="9"/>
                    <a:pt x="107" y="17"/>
                  </a:cubicBezTo>
                  <a:cubicBezTo>
                    <a:pt x="116" y="44"/>
                    <a:pt x="107" y="62"/>
                    <a:pt x="89" y="79"/>
                  </a:cubicBezTo>
                  <a:cubicBezTo>
                    <a:pt x="72" y="97"/>
                    <a:pt x="44" y="115"/>
                    <a:pt x="18" y="106"/>
                  </a:cubicBezTo>
                  <a:cubicBezTo>
                    <a:pt x="18" y="115"/>
                    <a:pt x="9" y="132"/>
                    <a:pt x="0" y="141"/>
                  </a:cubicBezTo>
                  <a:cubicBezTo>
                    <a:pt x="27" y="159"/>
                    <a:pt x="44" y="177"/>
                    <a:pt x="44" y="203"/>
                  </a:cubicBezTo>
                  <a:cubicBezTo>
                    <a:pt x="44" y="230"/>
                    <a:pt x="27" y="256"/>
                    <a:pt x="0" y="275"/>
                  </a:cubicBezTo>
                  <a:cubicBezTo>
                    <a:pt x="9" y="283"/>
                    <a:pt x="18" y="301"/>
                    <a:pt x="18" y="310"/>
                  </a:cubicBezTo>
                  <a:cubicBezTo>
                    <a:pt x="44" y="310"/>
                    <a:pt x="72" y="310"/>
                    <a:pt x="89" y="328"/>
                  </a:cubicBezTo>
                  <a:cubicBezTo>
                    <a:pt x="107" y="345"/>
                    <a:pt x="116" y="372"/>
                    <a:pt x="107" y="398"/>
                  </a:cubicBezTo>
                  <a:cubicBezTo>
                    <a:pt x="116" y="407"/>
                    <a:pt x="133" y="407"/>
                    <a:pt x="151" y="416"/>
                  </a:cubicBezTo>
                  <a:cubicBezTo>
                    <a:pt x="160" y="389"/>
                    <a:pt x="187" y="372"/>
                    <a:pt x="213" y="372"/>
                  </a:cubicBezTo>
                  <a:cubicBezTo>
                    <a:pt x="240" y="372"/>
                    <a:pt x="266" y="389"/>
                    <a:pt x="275" y="416"/>
                  </a:cubicBezTo>
                  <a:cubicBezTo>
                    <a:pt x="293" y="407"/>
                    <a:pt x="310" y="407"/>
                    <a:pt x="319" y="398"/>
                  </a:cubicBezTo>
                  <a:cubicBezTo>
                    <a:pt x="310" y="372"/>
                    <a:pt x="319" y="345"/>
                    <a:pt x="337" y="328"/>
                  </a:cubicBezTo>
                  <a:cubicBezTo>
                    <a:pt x="354" y="310"/>
                    <a:pt x="372" y="301"/>
                    <a:pt x="408" y="310"/>
                  </a:cubicBezTo>
                  <a:cubicBezTo>
                    <a:pt x="408" y="292"/>
                    <a:pt x="416" y="283"/>
                    <a:pt x="416" y="265"/>
                  </a:cubicBezTo>
                  <a:cubicBezTo>
                    <a:pt x="399" y="256"/>
                    <a:pt x="381" y="230"/>
                    <a:pt x="381" y="203"/>
                  </a:cubicBezTo>
                  <a:close/>
                  <a:moveTo>
                    <a:pt x="213" y="292"/>
                  </a:moveTo>
                  <a:lnTo>
                    <a:pt x="213" y="292"/>
                  </a:lnTo>
                  <a:cubicBezTo>
                    <a:pt x="160" y="292"/>
                    <a:pt x="125" y="256"/>
                    <a:pt x="125" y="203"/>
                  </a:cubicBezTo>
                  <a:cubicBezTo>
                    <a:pt x="125" y="159"/>
                    <a:pt x="160" y="115"/>
                    <a:pt x="213" y="115"/>
                  </a:cubicBezTo>
                  <a:cubicBezTo>
                    <a:pt x="266" y="115"/>
                    <a:pt x="301" y="159"/>
                    <a:pt x="301" y="203"/>
                  </a:cubicBezTo>
                  <a:cubicBezTo>
                    <a:pt x="301" y="256"/>
                    <a:pt x="266" y="292"/>
                    <a:pt x="213" y="2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89" name="Freeform 82"/>
            <p:cNvSpPr>
              <a:spLocks noChangeArrowheads="1"/>
            </p:cNvSpPr>
            <p:nvPr/>
          </p:nvSpPr>
          <p:spPr bwMode="auto">
            <a:xfrm>
              <a:off x="3152473" y="4915430"/>
              <a:ext cx="300794" cy="268794"/>
            </a:xfrm>
            <a:custGeom>
              <a:avLst/>
              <a:gdLst>
                <a:gd name="T0" fmla="*/ 199518 w 497"/>
                <a:gd name="T1" fmla="*/ 0 h 444"/>
                <a:gd name="T2" fmla="*/ 199518 w 497"/>
                <a:gd name="T3" fmla="*/ 0 h 444"/>
                <a:gd name="T4" fmla="*/ 23870 w 497"/>
                <a:gd name="T5" fmla="*/ 0 h 444"/>
                <a:gd name="T6" fmla="*/ 0 w 497"/>
                <a:gd name="T7" fmla="*/ 23877 h 444"/>
                <a:gd name="T8" fmla="*/ 0 w 497"/>
                <a:gd name="T9" fmla="*/ 155425 h 444"/>
                <a:gd name="T10" fmla="*/ 23870 w 497"/>
                <a:gd name="T11" fmla="*/ 179752 h 444"/>
                <a:gd name="T12" fmla="*/ 68007 w 497"/>
                <a:gd name="T13" fmla="*/ 179752 h 444"/>
                <a:gd name="T14" fmla="*/ 68007 w 497"/>
                <a:gd name="T15" fmla="*/ 155425 h 444"/>
                <a:gd name="T16" fmla="*/ 19817 w 497"/>
                <a:gd name="T17" fmla="*/ 155425 h 444"/>
                <a:gd name="T18" fmla="*/ 19817 w 497"/>
                <a:gd name="T19" fmla="*/ 55863 h 444"/>
                <a:gd name="T20" fmla="*/ 199518 w 497"/>
                <a:gd name="T21" fmla="*/ 55863 h 444"/>
                <a:gd name="T22" fmla="*/ 199518 w 497"/>
                <a:gd name="T23" fmla="*/ 155425 h 444"/>
                <a:gd name="T24" fmla="*/ 155381 w 497"/>
                <a:gd name="T25" fmla="*/ 155425 h 444"/>
                <a:gd name="T26" fmla="*/ 155381 w 497"/>
                <a:gd name="T27" fmla="*/ 179752 h 444"/>
                <a:gd name="T28" fmla="*/ 199518 w 497"/>
                <a:gd name="T29" fmla="*/ 179752 h 444"/>
                <a:gd name="T30" fmla="*/ 223388 w 497"/>
                <a:gd name="T31" fmla="*/ 155425 h 444"/>
                <a:gd name="T32" fmla="*/ 223388 w 497"/>
                <a:gd name="T33" fmla="*/ 23877 h 444"/>
                <a:gd name="T34" fmla="*/ 199518 w 497"/>
                <a:gd name="T35" fmla="*/ 0 h 444"/>
                <a:gd name="T36" fmla="*/ 27923 w 497"/>
                <a:gd name="T37" fmla="*/ 36041 h 444"/>
                <a:gd name="T38" fmla="*/ 27923 w 497"/>
                <a:gd name="T39" fmla="*/ 36041 h 444"/>
                <a:gd name="T40" fmla="*/ 19817 w 497"/>
                <a:gd name="T41" fmla="*/ 27931 h 444"/>
                <a:gd name="T42" fmla="*/ 27923 w 497"/>
                <a:gd name="T43" fmla="*/ 20273 h 444"/>
                <a:gd name="T44" fmla="*/ 35580 w 497"/>
                <a:gd name="T45" fmla="*/ 27931 h 444"/>
                <a:gd name="T46" fmla="*/ 27923 w 497"/>
                <a:gd name="T47" fmla="*/ 36041 h 444"/>
                <a:gd name="T48" fmla="*/ 52244 w 497"/>
                <a:gd name="T49" fmla="*/ 36041 h 444"/>
                <a:gd name="T50" fmla="*/ 52244 w 497"/>
                <a:gd name="T51" fmla="*/ 36041 h 444"/>
                <a:gd name="T52" fmla="*/ 43687 w 497"/>
                <a:gd name="T53" fmla="*/ 27931 h 444"/>
                <a:gd name="T54" fmla="*/ 52244 w 497"/>
                <a:gd name="T55" fmla="*/ 20273 h 444"/>
                <a:gd name="T56" fmla="*/ 59450 w 497"/>
                <a:gd name="T57" fmla="*/ 27931 h 444"/>
                <a:gd name="T58" fmla="*/ 52244 w 497"/>
                <a:gd name="T59" fmla="*/ 36041 h 444"/>
                <a:gd name="T60" fmla="*/ 199518 w 497"/>
                <a:gd name="T61" fmla="*/ 36041 h 444"/>
                <a:gd name="T62" fmla="*/ 199518 w 497"/>
                <a:gd name="T63" fmla="*/ 36041 h 444"/>
                <a:gd name="T64" fmla="*/ 68007 w 497"/>
                <a:gd name="T65" fmla="*/ 36041 h 444"/>
                <a:gd name="T66" fmla="*/ 68007 w 497"/>
                <a:gd name="T67" fmla="*/ 23877 h 444"/>
                <a:gd name="T68" fmla="*/ 199518 w 497"/>
                <a:gd name="T69" fmla="*/ 23877 h 444"/>
                <a:gd name="T70" fmla="*/ 199518 w 497"/>
                <a:gd name="T71" fmla="*/ 36041 h 444"/>
                <a:gd name="T72" fmla="*/ 111694 w 497"/>
                <a:gd name="T73" fmla="*/ 79740 h 444"/>
                <a:gd name="T74" fmla="*/ 111694 w 497"/>
                <a:gd name="T75" fmla="*/ 79740 h 444"/>
                <a:gd name="T76" fmla="*/ 55847 w 497"/>
                <a:gd name="T77" fmla="*/ 135603 h 444"/>
                <a:gd name="T78" fmla="*/ 91877 w 497"/>
                <a:gd name="T79" fmla="*/ 135603 h 444"/>
                <a:gd name="T80" fmla="*/ 91877 w 497"/>
                <a:gd name="T81" fmla="*/ 199574 h 444"/>
                <a:gd name="T82" fmla="*/ 131510 w 497"/>
                <a:gd name="T83" fmla="*/ 199574 h 444"/>
                <a:gd name="T84" fmla="*/ 131510 w 497"/>
                <a:gd name="T85" fmla="*/ 135603 h 444"/>
                <a:gd name="T86" fmla="*/ 163487 w 497"/>
                <a:gd name="T87" fmla="*/ 135603 h 444"/>
                <a:gd name="T88" fmla="*/ 111694 w 497"/>
                <a:gd name="T89" fmla="*/ 79740 h 44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97" h="444">
                  <a:moveTo>
                    <a:pt x="443" y="0"/>
                  </a:moveTo>
                  <a:lnTo>
                    <a:pt x="443" y="0"/>
                  </a:lnTo>
                  <a:cubicBezTo>
                    <a:pt x="53" y="0"/>
                    <a:pt x="53" y="0"/>
                    <a:pt x="53" y="0"/>
                  </a:cubicBezTo>
                  <a:cubicBezTo>
                    <a:pt x="17" y="0"/>
                    <a:pt x="0" y="26"/>
                    <a:pt x="0" y="53"/>
                  </a:cubicBezTo>
                  <a:cubicBezTo>
                    <a:pt x="0" y="345"/>
                    <a:pt x="0" y="345"/>
                    <a:pt x="0" y="345"/>
                  </a:cubicBezTo>
                  <a:cubicBezTo>
                    <a:pt x="0" y="373"/>
                    <a:pt x="17" y="399"/>
                    <a:pt x="53" y="399"/>
                  </a:cubicBezTo>
                  <a:cubicBezTo>
                    <a:pt x="151" y="399"/>
                    <a:pt x="151" y="399"/>
                    <a:pt x="151" y="399"/>
                  </a:cubicBezTo>
                  <a:cubicBezTo>
                    <a:pt x="151" y="345"/>
                    <a:pt x="151" y="345"/>
                    <a:pt x="151" y="345"/>
                  </a:cubicBezTo>
                  <a:cubicBezTo>
                    <a:pt x="44" y="345"/>
                    <a:pt x="44" y="345"/>
                    <a:pt x="44" y="345"/>
                  </a:cubicBezTo>
                  <a:cubicBezTo>
                    <a:pt x="44" y="124"/>
                    <a:pt x="44" y="124"/>
                    <a:pt x="44" y="124"/>
                  </a:cubicBezTo>
                  <a:cubicBezTo>
                    <a:pt x="443" y="124"/>
                    <a:pt x="443" y="124"/>
                    <a:pt x="443" y="124"/>
                  </a:cubicBezTo>
                  <a:cubicBezTo>
                    <a:pt x="443" y="345"/>
                    <a:pt x="443" y="345"/>
                    <a:pt x="443" y="345"/>
                  </a:cubicBezTo>
                  <a:cubicBezTo>
                    <a:pt x="345" y="345"/>
                    <a:pt x="345" y="345"/>
                    <a:pt x="345" y="345"/>
                  </a:cubicBezTo>
                  <a:cubicBezTo>
                    <a:pt x="345" y="399"/>
                    <a:pt x="345" y="399"/>
                    <a:pt x="345" y="399"/>
                  </a:cubicBezTo>
                  <a:cubicBezTo>
                    <a:pt x="443" y="399"/>
                    <a:pt x="443" y="399"/>
                    <a:pt x="443" y="399"/>
                  </a:cubicBezTo>
                  <a:cubicBezTo>
                    <a:pt x="470" y="399"/>
                    <a:pt x="496" y="373"/>
                    <a:pt x="496" y="345"/>
                  </a:cubicBezTo>
                  <a:cubicBezTo>
                    <a:pt x="496" y="53"/>
                    <a:pt x="496" y="53"/>
                    <a:pt x="496" y="53"/>
                  </a:cubicBezTo>
                  <a:cubicBezTo>
                    <a:pt x="496" y="26"/>
                    <a:pt x="470" y="0"/>
                    <a:pt x="443" y="0"/>
                  </a:cubicBezTo>
                  <a:close/>
                  <a:moveTo>
                    <a:pt x="62" y="80"/>
                  </a:moveTo>
                  <a:lnTo>
                    <a:pt x="62" y="80"/>
                  </a:lnTo>
                  <a:cubicBezTo>
                    <a:pt x="53" y="80"/>
                    <a:pt x="44" y="71"/>
                    <a:pt x="44" y="62"/>
                  </a:cubicBezTo>
                  <a:cubicBezTo>
                    <a:pt x="44" y="53"/>
                    <a:pt x="53" y="45"/>
                    <a:pt x="62" y="45"/>
                  </a:cubicBezTo>
                  <a:cubicBezTo>
                    <a:pt x="71" y="45"/>
                    <a:pt x="79" y="53"/>
                    <a:pt x="79" y="62"/>
                  </a:cubicBezTo>
                  <a:cubicBezTo>
                    <a:pt x="79" y="71"/>
                    <a:pt x="71" y="80"/>
                    <a:pt x="62" y="80"/>
                  </a:cubicBezTo>
                  <a:close/>
                  <a:moveTo>
                    <a:pt x="116" y="80"/>
                  </a:moveTo>
                  <a:lnTo>
                    <a:pt x="116" y="80"/>
                  </a:lnTo>
                  <a:cubicBezTo>
                    <a:pt x="107" y="80"/>
                    <a:pt x="97" y="71"/>
                    <a:pt x="97" y="62"/>
                  </a:cubicBezTo>
                  <a:cubicBezTo>
                    <a:pt x="97" y="53"/>
                    <a:pt x="107" y="45"/>
                    <a:pt x="116" y="45"/>
                  </a:cubicBezTo>
                  <a:cubicBezTo>
                    <a:pt x="124" y="45"/>
                    <a:pt x="132" y="53"/>
                    <a:pt x="132" y="62"/>
                  </a:cubicBezTo>
                  <a:cubicBezTo>
                    <a:pt x="132" y="71"/>
                    <a:pt x="124" y="80"/>
                    <a:pt x="116" y="80"/>
                  </a:cubicBezTo>
                  <a:close/>
                  <a:moveTo>
                    <a:pt x="443" y="80"/>
                  </a:moveTo>
                  <a:lnTo>
                    <a:pt x="443" y="80"/>
                  </a:lnTo>
                  <a:cubicBezTo>
                    <a:pt x="151" y="80"/>
                    <a:pt x="151" y="80"/>
                    <a:pt x="151" y="80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443" y="53"/>
                    <a:pt x="443" y="53"/>
                    <a:pt x="443" y="53"/>
                  </a:cubicBezTo>
                  <a:lnTo>
                    <a:pt x="443" y="80"/>
                  </a:lnTo>
                  <a:close/>
                  <a:moveTo>
                    <a:pt x="248" y="177"/>
                  </a:moveTo>
                  <a:lnTo>
                    <a:pt x="248" y="177"/>
                  </a:lnTo>
                  <a:cubicBezTo>
                    <a:pt x="124" y="301"/>
                    <a:pt x="124" y="301"/>
                    <a:pt x="124" y="301"/>
                  </a:cubicBezTo>
                  <a:cubicBezTo>
                    <a:pt x="204" y="301"/>
                    <a:pt x="204" y="301"/>
                    <a:pt x="204" y="301"/>
                  </a:cubicBezTo>
                  <a:cubicBezTo>
                    <a:pt x="204" y="443"/>
                    <a:pt x="204" y="443"/>
                    <a:pt x="204" y="443"/>
                  </a:cubicBezTo>
                  <a:cubicBezTo>
                    <a:pt x="292" y="443"/>
                    <a:pt x="292" y="443"/>
                    <a:pt x="292" y="443"/>
                  </a:cubicBezTo>
                  <a:cubicBezTo>
                    <a:pt x="292" y="301"/>
                    <a:pt x="292" y="301"/>
                    <a:pt x="292" y="301"/>
                  </a:cubicBezTo>
                  <a:cubicBezTo>
                    <a:pt x="363" y="301"/>
                    <a:pt x="363" y="301"/>
                    <a:pt x="363" y="301"/>
                  </a:cubicBezTo>
                  <a:lnTo>
                    <a:pt x="248" y="17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90" name="Freeform 101"/>
            <p:cNvSpPr>
              <a:spLocks noChangeArrowheads="1"/>
            </p:cNvSpPr>
            <p:nvPr/>
          </p:nvSpPr>
          <p:spPr bwMode="auto">
            <a:xfrm>
              <a:off x="7870488" y="4007683"/>
              <a:ext cx="300792" cy="230395"/>
            </a:xfrm>
            <a:custGeom>
              <a:avLst/>
              <a:gdLst>
                <a:gd name="T0" fmla="*/ 36030 w 497"/>
                <a:gd name="T1" fmla="*/ 111308 h 382"/>
                <a:gd name="T2" fmla="*/ 36030 w 497"/>
                <a:gd name="T3" fmla="*/ 111308 h 382"/>
                <a:gd name="T4" fmla="*/ 71610 w 497"/>
                <a:gd name="T5" fmla="*/ 147214 h 382"/>
                <a:gd name="T6" fmla="*/ 111693 w 497"/>
                <a:gd name="T7" fmla="*/ 171001 h 382"/>
                <a:gd name="T8" fmla="*/ 151777 w 497"/>
                <a:gd name="T9" fmla="*/ 151253 h 382"/>
                <a:gd name="T10" fmla="*/ 175647 w 497"/>
                <a:gd name="T11" fmla="*/ 115796 h 382"/>
                <a:gd name="T12" fmla="*/ 111693 w 497"/>
                <a:gd name="T13" fmla="*/ 147214 h 382"/>
                <a:gd name="T14" fmla="*/ 36030 w 497"/>
                <a:gd name="T15" fmla="*/ 111308 h 382"/>
                <a:gd name="T16" fmla="*/ 219333 w 497"/>
                <a:gd name="T17" fmla="*/ 55654 h 382"/>
                <a:gd name="T18" fmla="*/ 219333 w 497"/>
                <a:gd name="T19" fmla="*/ 55654 h 382"/>
                <a:gd name="T20" fmla="*/ 123403 w 497"/>
                <a:gd name="T21" fmla="*/ 4039 h 382"/>
                <a:gd name="T22" fmla="*/ 99533 w 497"/>
                <a:gd name="T23" fmla="*/ 4039 h 382"/>
                <a:gd name="T24" fmla="*/ 4053 w 497"/>
                <a:gd name="T25" fmla="*/ 55654 h 382"/>
                <a:gd name="T26" fmla="*/ 4053 w 497"/>
                <a:gd name="T27" fmla="*/ 71812 h 382"/>
                <a:gd name="T28" fmla="*/ 99533 w 497"/>
                <a:gd name="T29" fmla="*/ 123426 h 382"/>
                <a:gd name="T30" fmla="*/ 123403 w 497"/>
                <a:gd name="T31" fmla="*/ 123426 h 382"/>
                <a:gd name="T32" fmla="*/ 183754 w 497"/>
                <a:gd name="T33" fmla="*/ 87520 h 382"/>
                <a:gd name="T34" fmla="*/ 119800 w 497"/>
                <a:gd name="T35" fmla="*/ 71812 h 382"/>
                <a:gd name="T36" fmla="*/ 111693 w 497"/>
                <a:gd name="T37" fmla="*/ 75402 h 382"/>
                <a:gd name="T38" fmla="*/ 91426 w 497"/>
                <a:gd name="T39" fmla="*/ 59693 h 382"/>
                <a:gd name="T40" fmla="*/ 111693 w 497"/>
                <a:gd name="T41" fmla="*/ 48024 h 382"/>
                <a:gd name="T42" fmla="*/ 131960 w 497"/>
                <a:gd name="T43" fmla="*/ 55654 h 382"/>
                <a:gd name="T44" fmla="*/ 199517 w 497"/>
                <a:gd name="T45" fmla="*/ 79441 h 382"/>
                <a:gd name="T46" fmla="*/ 219333 w 497"/>
                <a:gd name="T47" fmla="*/ 71812 h 382"/>
                <a:gd name="T48" fmla="*/ 219333 w 497"/>
                <a:gd name="T49" fmla="*/ 55654 h 382"/>
                <a:gd name="T50" fmla="*/ 191410 w 497"/>
                <a:gd name="T51" fmla="*/ 155292 h 382"/>
                <a:gd name="T52" fmla="*/ 191410 w 497"/>
                <a:gd name="T53" fmla="*/ 155292 h 382"/>
                <a:gd name="T54" fmla="*/ 207623 w 497"/>
                <a:gd name="T55" fmla="*/ 151253 h 382"/>
                <a:gd name="T56" fmla="*/ 199517 w 497"/>
                <a:gd name="T57" fmla="*/ 79441 h 382"/>
                <a:gd name="T58" fmla="*/ 183754 w 497"/>
                <a:gd name="T59" fmla="*/ 87520 h 382"/>
                <a:gd name="T60" fmla="*/ 191410 w 497"/>
                <a:gd name="T61" fmla="*/ 155292 h 38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97" h="382">
                  <a:moveTo>
                    <a:pt x="80" y="248"/>
                  </a:moveTo>
                  <a:lnTo>
                    <a:pt x="80" y="248"/>
                  </a:lnTo>
                  <a:cubicBezTo>
                    <a:pt x="97" y="293"/>
                    <a:pt x="106" y="311"/>
                    <a:pt x="159" y="328"/>
                  </a:cubicBezTo>
                  <a:cubicBezTo>
                    <a:pt x="203" y="355"/>
                    <a:pt x="230" y="381"/>
                    <a:pt x="248" y="381"/>
                  </a:cubicBezTo>
                  <a:cubicBezTo>
                    <a:pt x="266" y="381"/>
                    <a:pt x="293" y="355"/>
                    <a:pt x="337" y="337"/>
                  </a:cubicBezTo>
                  <a:cubicBezTo>
                    <a:pt x="390" y="311"/>
                    <a:pt x="372" y="311"/>
                    <a:pt x="390" y="258"/>
                  </a:cubicBezTo>
                  <a:cubicBezTo>
                    <a:pt x="248" y="328"/>
                    <a:pt x="248" y="328"/>
                    <a:pt x="248" y="328"/>
                  </a:cubicBezTo>
                  <a:lnTo>
                    <a:pt x="80" y="248"/>
                  </a:lnTo>
                  <a:close/>
                  <a:moveTo>
                    <a:pt x="487" y="124"/>
                  </a:moveTo>
                  <a:lnTo>
                    <a:pt x="487" y="124"/>
                  </a:lnTo>
                  <a:cubicBezTo>
                    <a:pt x="274" y="9"/>
                    <a:pt x="274" y="9"/>
                    <a:pt x="274" y="9"/>
                  </a:cubicBezTo>
                  <a:cubicBezTo>
                    <a:pt x="266" y="0"/>
                    <a:pt x="239" y="0"/>
                    <a:pt x="221" y="9"/>
                  </a:cubicBezTo>
                  <a:cubicBezTo>
                    <a:pt x="9" y="124"/>
                    <a:pt x="9" y="124"/>
                    <a:pt x="9" y="124"/>
                  </a:cubicBezTo>
                  <a:cubicBezTo>
                    <a:pt x="0" y="133"/>
                    <a:pt x="0" y="142"/>
                    <a:pt x="9" y="160"/>
                  </a:cubicBezTo>
                  <a:cubicBezTo>
                    <a:pt x="221" y="275"/>
                    <a:pt x="221" y="275"/>
                    <a:pt x="221" y="275"/>
                  </a:cubicBezTo>
                  <a:cubicBezTo>
                    <a:pt x="239" y="284"/>
                    <a:pt x="266" y="284"/>
                    <a:pt x="274" y="275"/>
                  </a:cubicBezTo>
                  <a:cubicBezTo>
                    <a:pt x="408" y="195"/>
                    <a:pt x="408" y="195"/>
                    <a:pt x="408" y="195"/>
                  </a:cubicBezTo>
                  <a:cubicBezTo>
                    <a:pt x="266" y="160"/>
                    <a:pt x="266" y="160"/>
                    <a:pt x="266" y="160"/>
                  </a:cubicBezTo>
                  <a:cubicBezTo>
                    <a:pt x="257" y="160"/>
                    <a:pt x="257" y="168"/>
                    <a:pt x="248" y="168"/>
                  </a:cubicBezTo>
                  <a:cubicBezTo>
                    <a:pt x="221" y="168"/>
                    <a:pt x="203" y="151"/>
                    <a:pt x="203" y="133"/>
                  </a:cubicBezTo>
                  <a:cubicBezTo>
                    <a:pt x="203" y="124"/>
                    <a:pt x="221" y="107"/>
                    <a:pt x="248" y="107"/>
                  </a:cubicBezTo>
                  <a:cubicBezTo>
                    <a:pt x="266" y="107"/>
                    <a:pt x="284" y="115"/>
                    <a:pt x="293" y="124"/>
                  </a:cubicBezTo>
                  <a:cubicBezTo>
                    <a:pt x="443" y="177"/>
                    <a:pt x="443" y="177"/>
                    <a:pt x="443" y="177"/>
                  </a:cubicBezTo>
                  <a:cubicBezTo>
                    <a:pt x="487" y="160"/>
                    <a:pt x="487" y="160"/>
                    <a:pt x="487" y="160"/>
                  </a:cubicBezTo>
                  <a:cubicBezTo>
                    <a:pt x="496" y="142"/>
                    <a:pt x="496" y="133"/>
                    <a:pt x="487" y="124"/>
                  </a:cubicBezTo>
                  <a:close/>
                  <a:moveTo>
                    <a:pt x="425" y="346"/>
                  </a:moveTo>
                  <a:lnTo>
                    <a:pt x="425" y="346"/>
                  </a:lnTo>
                  <a:cubicBezTo>
                    <a:pt x="416" y="355"/>
                    <a:pt x="452" y="364"/>
                    <a:pt x="461" y="337"/>
                  </a:cubicBezTo>
                  <a:cubicBezTo>
                    <a:pt x="469" y="213"/>
                    <a:pt x="443" y="177"/>
                    <a:pt x="443" y="177"/>
                  </a:cubicBezTo>
                  <a:cubicBezTo>
                    <a:pt x="408" y="195"/>
                    <a:pt x="408" y="195"/>
                    <a:pt x="408" y="195"/>
                  </a:cubicBezTo>
                  <a:cubicBezTo>
                    <a:pt x="408" y="195"/>
                    <a:pt x="443" y="222"/>
                    <a:pt x="425" y="3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91" name="Freeform 102"/>
            <p:cNvSpPr>
              <a:spLocks noChangeArrowheads="1"/>
            </p:cNvSpPr>
            <p:nvPr/>
          </p:nvSpPr>
          <p:spPr bwMode="auto">
            <a:xfrm>
              <a:off x="3281866" y="5723609"/>
              <a:ext cx="298660" cy="268794"/>
            </a:xfrm>
            <a:custGeom>
              <a:avLst/>
              <a:gdLst>
                <a:gd name="T0" fmla="*/ 35703 w 498"/>
                <a:gd name="T1" fmla="*/ 67874 h 445"/>
                <a:gd name="T2" fmla="*/ 35703 w 498"/>
                <a:gd name="T3" fmla="*/ 67874 h 445"/>
                <a:gd name="T4" fmla="*/ 63372 w 498"/>
                <a:gd name="T5" fmla="*/ 75965 h 445"/>
                <a:gd name="T6" fmla="*/ 67389 w 498"/>
                <a:gd name="T7" fmla="*/ 75965 h 445"/>
                <a:gd name="T8" fmla="*/ 87026 w 498"/>
                <a:gd name="T9" fmla="*/ 60232 h 445"/>
                <a:gd name="T10" fmla="*/ 87026 w 498"/>
                <a:gd name="T11" fmla="*/ 56187 h 445"/>
                <a:gd name="T12" fmla="*/ 79439 w 498"/>
                <a:gd name="T13" fmla="*/ 48096 h 445"/>
                <a:gd name="T14" fmla="*/ 122728 w 498"/>
                <a:gd name="T15" fmla="*/ 4495 h 445"/>
                <a:gd name="T16" fmla="*/ 87026 w 498"/>
                <a:gd name="T17" fmla="*/ 0 h 445"/>
                <a:gd name="T18" fmla="*/ 47753 w 498"/>
                <a:gd name="T19" fmla="*/ 24273 h 445"/>
                <a:gd name="T20" fmla="*/ 32133 w 498"/>
                <a:gd name="T21" fmla="*/ 36409 h 445"/>
                <a:gd name="T22" fmla="*/ 23653 w 498"/>
                <a:gd name="T23" fmla="*/ 52141 h 445"/>
                <a:gd name="T24" fmla="*/ 8033 w 498"/>
                <a:gd name="T25" fmla="*/ 56187 h 445"/>
                <a:gd name="T26" fmla="*/ 0 w 498"/>
                <a:gd name="T27" fmla="*/ 64278 h 445"/>
                <a:gd name="T28" fmla="*/ 0 w 498"/>
                <a:gd name="T29" fmla="*/ 67874 h 445"/>
                <a:gd name="T30" fmla="*/ 16066 w 498"/>
                <a:gd name="T31" fmla="*/ 84055 h 445"/>
                <a:gd name="T32" fmla="*/ 23653 w 498"/>
                <a:gd name="T33" fmla="*/ 88101 h 445"/>
                <a:gd name="T34" fmla="*/ 32133 w 498"/>
                <a:gd name="T35" fmla="*/ 80010 h 445"/>
                <a:gd name="T36" fmla="*/ 35703 w 498"/>
                <a:gd name="T37" fmla="*/ 67874 h 445"/>
                <a:gd name="T38" fmla="*/ 99075 w 498"/>
                <a:gd name="T39" fmla="*/ 71919 h 445"/>
                <a:gd name="T40" fmla="*/ 99075 w 498"/>
                <a:gd name="T41" fmla="*/ 71919 h 445"/>
                <a:gd name="T42" fmla="*/ 95059 w 498"/>
                <a:gd name="T43" fmla="*/ 71919 h 445"/>
                <a:gd name="T44" fmla="*/ 79439 w 498"/>
                <a:gd name="T45" fmla="*/ 84055 h 445"/>
                <a:gd name="T46" fmla="*/ 75422 w 498"/>
                <a:gd name="T47" fmla="*/ 91697 h 445"/>
                <a:gd name="T48" fmla="*/ 170035 w 498"/>
                <a:gd name="T49" fmla="*/ 195530 h 445"/>
                <a:gd name="T50" fmla="*/ 178068 w 498"/>
                <a:gd name="T51" fmla="*/ 195530 h 445"/>
                <a:gd name="T52" fmla="*/ 190117 w 498"/>
                <a:gd name="T53" fmla="*/ 187439 h 445"/>
                <a:gd name="T54" fmla="*/ 190117 w 498"/>
                <a:gd name="T55" fmla="*/ 179798 h 445"/>
                <a:gd name="T56" fmla="*/ 99075 w 498"/>
                <a:gd name="T57" fmla="*/ 71919 h 445"/>
                <a:gd name="T58" fmla="*/ 221804 w 498"/>
                <a:gd name="T59" fmla="*/ 28318 h 445"/>
                <a:gd name="T60" fmla="*/ 221804 w 498"/>
                <a:gd name="T61" fmla="*/ 28318 h 445"/>
                <a:gd name="T62" fmla="*/ 213771 w 498"/>
                <a:gd name="T63" fmla="*/ 24273 h 445"/>
                <a:gd name="T64" fmla="*/ 205737 w 498"/>
                <a:gd name="T65" fmla="*/ 40005 h 445"/>
                <a:gd name="T66" fmla="*/ 182084 w 498"/>
                <a:gd name="T67" fmla="*/ 48096 h 445"/>
                <a:gd name="T68" fmla="*/ 178068 w 498"/>
                <a:gd name="T69" fmla="*/ 28318 h 445"/>
                <a:gd name="T70" fmla="*/ 186101 w 498"/>
                <a:gd name="T71" fmla="*/ 8540 h 445"/>
                <a:gd name="T72" fmla="*/ 182084 w 498"/>
                <a:gd name="T73" fmla="*/ 4495 h 445"/>
                <a:gd name="T74" fmla="*/ 150398 w 498"/>
                <a:gd name="T75" fmla="*/ 32364 h 445"/>
                <a:gd name="T76" fmla="*/ 142365 w 498"/>
                <a:gd name="T77" fmla="*/ 67874 h 445"/>
                <a:gd name="T78" fmla="*/ 126745 w 498"/>
                <a:gd name="T79" fmla="*/ 84055 h 445"/>
                <a:gd name="T80" fmla="*/ 142365 w 498"/>
                <a:gd name="T81" fmla="*/ 103833 h 445"/>
                <a:gd name="T82" fmla="*/ 162448 w 498"/>
                <a:gd name="T83" fmla="*/ 84055 h 445"/>
                <a:gd name="T84" fmla="*/ 182084 w 498"/>
                <a:gd name="T85" fmla="*/ 80010 h 445"/>
                <a:gd name="T86" fmla="*/ 217787 w 498"/>
                <a:gd name="T87" fmla="*/ 64278 h 445"/>
                <a:gd name="T88" fmla="*/ 221804 w 498"/>
                <a:gd name="T89" fmla="*/ 28318 h 445"/>
                <a:gd name="T90" fmla="*/ 32133 w 498"/>
                <a:gd name="T91" fmla="*/ 179798 h 445"/>
                <a:gd name="T92" fmla="*/ 32133 w 498"/>
                <a:gd name="T93" fmla="*/ 179798 h 445"/>
                <a:gd name="T94" fmla="*/ 32133 w 498"/>
                <a:gd name="T95" fmla="*/ 187439 h 445"/>
                <a:gd name="T96" fmla="*/ 39719 w 498"/>
                <a:gd name="T97" fmla="*/ 199576 h 445"/>
                <a:gd name="T98" fmla="*/ 47753 w 498"/>
                <a:gd name="T99" fmla="*/ 195530 h 445"/>
                <a:gd name="T100" fmla="*/ 103092 w 498"/>
                <a:gd name="T101" fmla="*/ 143838 h 445"/>
                <a:gd name="T102" fmla="*/ 87026 w 498"/>
                <a:gd name="T103" fmla="*/ 123611 h 445"/>
                <a:gd name="T104" fmla="*/ 32133 w 498"/>
                <a:gd name="T105" fmla="*/ 179798 h 445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498" h="445">
                  <a:moveTo>
                    <a:pt x="80" y="151"/>
                  </a:moveTo>
                  <a:lnTo>
                    <a:pt x="80" y="151"/>
                  </a:lnTo>
                  <a:cubicBezTo>
                    <a:pt x="97" y="134"/>
                    <a:pt x="116" y="143"/>
                    <a:pt x="142" y="169"/>
                  </a:cubicBezTo>
                  <a:cubicBezTo>
                    <a:pt x="151" y="178"/>
                    <a:pt x="151" y="169"/>
                    <a:pt x="151" y="169"/>
                  </a:cubicBezTo>
                  <a:cubicBezTo>
                    <a:pt x="160" y="169"/>
                    <a:pt x="186" y="134"/>
                    <a:pt x="195" y="134"/>
                  </a:cubicBezTo>
                  <a:cubicBezTo>
                    <a:pt x="195" y="134"/>
                    <a:pt x="195" y="134"/>
                    <a:pt x="195" y="125"/>
                  </a:cubicBezTo>
                  <a:cubicBezTo>
                    <a:pt x="186" y="125"/>
                    <a:pt x="178" y="116"/>
                    <a:pt x="178" y="107"/>
                  </a:cubicBezTo>
                  <a:cubicBezTo>
                    <a:pt x="133" y="45"/>
                    <a:pt x="301" y="10"/>
                    <a:pt x="275" y="10"/>
                  </a:cubicBezTo>
                  <a:cubicBezTo>
                    <a:pt x="257" y="0"/>
                    <a:pt x="204" y="0"/>
                    <a:pt x="195" y="0"/>
                  </a:cubicBezTo>
                  <a:cubicBezTo>
                    <a:pt x="169" y="10"/>
                    <a:pt x="125" y="36"/>
                    <a:pt x="107" y="54"/>
                  </a:cubicBezTo>
                  <a:cubicBezTo>
                    <a:pt x="80" y="72"/>
                    <a:pt x="72" y="81"/>
                    <a:pt x="72" y="81"/>
                  </a:cubicBezTo>
                  <a:cubicBezTo>
                    <a:pt x="62" y="89"/>
                    <a:pt x="72" y="107"/>
                    <a:pt x="53" y="116"/>
                  </a:cubicBezTo>
                  <a:cubicBezTo>
                    <a:pt x="36" y="125"/>
                    <a:pt x="27" y="116"/>
                    <a:pt x="18" y="125"/>
                  </a:cubicBezTo>
                  <a:cubicBezTo>
                    <a:pt x="18" y="134"/>
                    <a:pt x="9" y="134"/>
                    <a:pt x="0" y="143"/>
                  </a:cubicBezTo>
                  <a:lnTo>
                    <a:pt x="0" y="151"/>
                  </a:lnTo>
                  <a:lnTo>
                    <a:pt x="36" y="187"/>
                  </a:lnTo>
                  <a:cubicBezTo>
                    <a:pt x="36" y="196"/>
                    <a:pt x="44" y="196"/>
                    <a:pt x="53" y="196"/>
                  </a:cubicBezTo>
                  <a:cubicBezTo>
                    <a:pt x="53" y="187"/>
                    <a:pt x="62" y="178"/>
                    <a:pt x="72" y="178"/>
                  </a:cubicBezTo>
                  <a:cubicBezTo>
                    <a:pt x="72" y="178"/>
                    <a:pt x="72" y="151"/>
                    <a:pt x="80" y="151"/>
                  </a:cubicBezTo>
                  <a:close/>
                  <a:moveTo>
                    <a:pt x="222" y="160"/>
                  </a:moveTo>
                  <a:lnTo>
                    <a:pt x="222" y="160"/>
                  </a:lnTo>
                  <a:cubicBezTo>
                    <a:pt x="213" y="160"/>
                    <a:pt x="213" y="160"/>
                    <a:pt x="213" y="160"/>
                  </a:cubicBezTo>
                  <a:cubicBezTo>
                    <a:pt x="178" y="187"/>
                    <a:pt x="178" y="187"/>
                    <a:pt x="178" y="187"/>
                  </a:cubicBezTo>
                  <a:cubicBezTo>
                    <a:pt x="169" y="196"/>
                    <a:pt x="169" y="196"/>
                    <a:pt x="169" y="204"/>
                  </a:cubicBezTo>
                  <a:cubicBezTo>
                    <a:pt x="381" y="435"/>
                    <a:pt x="381" y="435"/>
                    <a:pt x="381" y="435"/>
                  </a:cubicBezTo>
                  <a:cubicBezTo>
                    <a:pt x="381" y="444"/>
                    <a:pt x="391" y="444"/>
                    <a:pt x="399" y="435"/>
                  </a:cubicBezTo>
                  <a:cubicBezTo>
                    <a:pt x="426" y="417"/>
                    <a:pt x="426" y="417"/>
                    <a:pt x="426" y="417"/>
                  </a:cubicBezTo>
                  <a:cubicBezTo>
                    <a:pt x="426" y="408"/>
                    <a:pt x="426" y="400"/>
                    <a:pt x="426" y="400"/>
                  </a:cubicBezTo>
                  <a:lnTo>
                    <a:pt x="222" y="160"/>
                  </a:lnTo>
                  <a:close/>
                  <a:moveTo>
                    <a:pt x="497" y="63"/>
                  </a:moveTo>
                  <a:lnTo>
                    <a:pt x="497" y="63"/>
                  </a:lnTo>
                  <a:cubicBezTo>
                    <a:pt x="488" y="45"/>
                    <a:pt x="488" y="54"/>
                    <a:pt x="479" y="54"/>
                  </a:cubicBezTo>
                  <a:cubicBezTo>
                    <a:pt x="479" y="63"/>
                    <a:pt x="461" y="81"/>
                    <a:pt x="461" y="89"/>
                  </a:cubicBezTo>
                  <a:cubicBezTo>
                    <a:pt x="452" y="107"/>
                    <a:pt x="435" y="125"/>
                    <a:pt x="408" y="107"/>
                  </a:cubicBezTo>
                  <a:cubicBezTo>
                    <a:pt x="381" y="81"/>
                    <a:pt x="391" y="72"/>
                    <a:pt x="399" y="63"/>
                  </a:cubicBezTo>
                  <a:cubicBezTo>
                    <a:pt x="399" y="54"/>
                    <a:pt x="417" y="28"/>
                    <a:pt x="417" y="19"/>
                  </a:cubicBezTo>
                  <a:cubicBezTo>
                    <a:pt x="426" y="19"/>
                    <a:pt x="417" y="10"/>
                    <a:pt x="408" y="10"/>
                  </a:cubicBezTo>
                  <a:cubicBezTo>
                    <a:pt x="399" y="19"/>
                    <a:pt x="346" y="36"/>
                    <a:pt x="337" y="72"/>
                  </a:cubicBezTo>
                  <a:cubicBezTo>
                    <a:pt x="328" y="98"/>
                    <a:pt x="346" y="125"/>
                    <a:pt x="319" y="151"/>
                  </a:cubicBezTo>
                  <a:cubicBezTo>
                    <a:pt x="284" y="187"/>
                    <a:pt x="284" y="187"/>
                    <a:pt x="284" y="187"/>
                  </a:cubicBezTo>
                  <a:cubicBezTo>
                    <a:pt x="319" y="231"/>
                    <a:pt x="319" y="231"/>
                    <a:pt x="319" y="231"/>
                  </a:cubicBezTo>
                  <a:cubicBezTo>
                    <a:pt x="364" y="187"/>
                    <a:pt x="364" y="187"/>
                    <a:pt x="364" y="187"/>
                  </a:cubicBezTo>
                  <a:cubicBezTo>
                    <a:pt x="372" y="178"/>
                    <a:pt x="391" y="169"/>
                    <a:pt x="408" y="178"/>
                  </a:cubicBezTo>
                  <a:cubicBezTo>
                    <a:pt x="452" y="187"/>
                    <a:pt x="470" y="169"/>
                    <a:pt x="488" y="143"/>
                  </a:cubicBezTo>
                  <a:cubicBezTo>
                    <a:pt x="497" y="116"/>
                    <a:pt x="497" y="72"/>
                    <a:pt x="497" y="63"/>
                  </a:cubicBezTo>
                  <a:close/>
                  <a:moveTo>
                    <a:pt x="72" y="400"/>
                  </a:moveTo>
                  <a:lnTo>
                    <a:pt x="72" y="400"/>
                  </a:lnTo>
                  <a:cubicBezTo>
                    <a:pt x="62" y="408"/>
                    <a:pt x="62" y="417"/>
                    <a:pt x="72" y="417"/>
                  </a:cubicBezTo>
                  <a:cubicBezTo>
                    <a:pt x="89" y="444"/>
                    <a:pt x="89" y="444"/>
                    <a:pt x="89" y="444"/>
                  </a:cubicBezTo>
                  <a:cubicBezTo>
                    <a:pt x="97" y="444"/>
                    <a:pt x="107" y="444"/>
                    <a:pt x="107" y="435"/>
                  </a:cubicBezTo>
                  <a:cubicBezTo>
                    <a:pt x="231" y="320"/>
                    <a:pt x="231" y="320"/>
                    <a:pt x="231" y="320"/>
                  </a:cubicBezTo>
                  <a:cubicBezTo>
                    <a:pt x="195" y="275"/>
                    <a:pt x="195" y="275"/>
                    <a:pt x="195" y="275"/>
                  </a:cubicBezTo>
                  <a:lnTo>
                    <a:pt x="72" y="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92" name="Freeform 104"/>
            <p:cNvSpPr>
              <a:spLocks noChangeArrowheads="1"/>
            </p:cNvSpPr>
            <p:nvPr/>
          </p:nvSpPr>
          <p:spPr bwMode="auto">
            <a:xfrm>
              <a:off x="5567452" y="3395064"/>
              <a:ext cx="300794" cy="200529"/>
            </a:xfrm>
            <a:custGeom>
              <a:avLst/>
              <a:gdLst>
                <a:gd name="T0" fmla="*/ 91427 w 497"/>
                <a:gd name="T1" fmla="*/ 113801 h 337"/>
                <a:gd name="T2" fmla="*/ 91427 w 497"/>
                <a:gd name="T3" fmla="*/ 113801 h 337"/>
                <a:gd name="T4" fmla="*/ 99534 w 497"/>
                <a:gd name="T5" fmla="*/ 144797 h 337"/>
                <a:gd name="T6" fmla="*/ 127457 w 497"/>
                <a:gd name="T7" fmla="*/ 137269 h 337"/>
                <a:gd name="T8" fmla="*/ 179251 w 497"/>
                <a:gd name="T9" fmla="*/ 3985 h 337"/>
                <a:gd name="T10" fmla="*/ 91427 w 497"/>
                <a:gd name="T11" fmla="*/ 113801 h 337"/>
                <a:gd name="T12" fmla="*/ 111694 w 497"/>
                <a:gd name="T13" fmla="*/ 31439 h 337"/>
                <a:gd name="T14" fmla="*/ 111694 w 497"/>
                <a:gd name="T15" fmla="*/ 31439 h 337"/>
                <a:gd name="T16" fmla="*/ 123404 w 497"/>
                <a:gd name="T17" fmla="*/ 31439 h 337"/>
                <a:gd name="T18" fmla="*/ 139617 w 497"/>
                <a:gd name="T19" fmla="*/ 11513 h 337"/>
                <a:gd name="T20" fmla="*/ 111694 w 497"/>
                <a:gd name="T21" fmla="*/ 7528 h 337"/>
                <a:gd name="T22" fmla="*/ 0 w 497"/>
                <a:gd name="T23" fmla="*/ 125314 h 337"/>
                <a:gd name="T24" fmla="*/ 0 w 497"/>
                <a:gd name="T25" fmla="*/ 137269 h 337"/>
                <a:gd name="T26" fmla="*/ 11710 w 497"/>
                <a:gd name="T27" fmla="*/ 148782 h 337"/>
                <a:gd name="T28" fmla="*/ 23870 w 497"/>
                <a:gd name="T29" fmla="*/ 137269 h 337"/>
                <a:gd name="T30" fmla="*/ 23870 w 497"/>
                <a:gd name="T31" fmla="*/ 125314 h 337"/>
                <a:gd name="T32" fmla="*/ 111694 w 497"/>
                <a:gd name="T33" fmla="*/ 31439 h 337"/>
                <a:gd name="T34" fmla="*/ 191411 w 497"/>
                <a:gd name="T35" fmla="*/ 43395 h 337"/>
                <a:gd name="T36" fmla="*/ 191411 w 497"/>
                <a:gd name="T37" fmla="*/ 43395 h 337"/>
                <a:gd name="T38" fmla="*/ 183304 w 497"/>
                <a:gd name="T39" fmla="*/ 66863 h 337"/>
                <a:gd name="T40" fmla="*/ 199067 w 497"/>
                <a:gd name="T41" fmla="*/ 125314 h 337"/>
                <a:gd name="T42" fmla="*/ 199067 w 497"/>
                <a:gd name="T43" fmla="*/ 137269 h 337"/>
                <a:gd name="T44" fmla="*/ 211227 w 497"/>
                <a:gd name="T45" fmla="*/ 148782 h 337"/>
                <a:gd name="T46" fmla="*/ 211227 w 497"/>
                <a:gd name="T47" fmla="*/ 148782 h 337"/>
                <a:gd name="T48" fmla="*/ 223388 w 497"/>
                <a:gd name="T49" fmla="*/ 137269 h 337"/>
                <a:gd name="T50" fmla="*/ 223388 w 497"/>
                <a:gd name="T51" fmla="*/ 125314 h 337"/>
                <a:gd name="T52" fmla="*/ 191411 w 497"/>
                <a:gd name="T53" fmla="*/ 43395 h 33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97" h="337">
                  <a:moveTo>
                    <a:pt x="203" y="257"/>
                  </a:moveTo>
                  <a:lnTo>
                    <a:pt x="203" y="257"/>
                  </a:lnTo>
                  <a:cubicBezTo>
                    <a:pt x="186" y="283"/>
                    <a:pt x="194" y="310"/>
                    <a:pt x="221" y="327"/>
                  </a:cubicBezTo>
                  <a:cubicBezTo>
                    <a:pt x="239" y="336"/>
                    <a:pt x="266" y="336"/>
                    <a:pt x="283" y="310"/>
                  </a:cubicBezTo>
                  <a:cubicBezTo>
                    <a:pt x="301" y="274"/>
                    <a:pt x="407" y="9"/>
                    <a:pt x="398" y="9"/>
                  </a:cubicBezTo>
                  <a:cubicBezTo>
                    <a:pt x="389" y="0"/>
                    <a:pt x="221" y="230"/>
                    <a:pt x="203" y="257"/>
                  </a:cubicBezTo>
                  <a:close/>
                  <a:moveTo>
                    <a:pt x="248" y="71"/>
                  </a:moveTo>
                  <a:lnTo>
                    <a:pt x="248" y="71"/>
                  </a:lnTo>
                  <a:cubicBezTo>
                    <a:pt x="257" y="71"/>
                    <a:pt x="266" y="71"/>
                    <a:pt x="274" y="71"/>
                  </a:cubicBezTo>
                  <a:cubicBezTo>
                    <a:pt x="292" y="53"/>
                    <a:pt x="301" y="44"/>
                    <a:pt x="310" y="26"/>
                  </a:cubicBezTo>
                  <a:cubicBezTo>
                    <a:pt x="292" y="17"/>
                    <a:pt x="274" y="17"/>
                    <a:pt x="248" y="17"/>
                  </a:cubicBezTo>
                  <a:cubicBezTo>
                    <a:pt x="106" y="17"/>
                    <a:pt x="0" y="133"/>
                    <a:pt x="0" y="283"/>
                  </a:cubicBezTo>
                  <a:cubicBezTo>
                    <a:pt x="0" y="292"/>
                    <a:pt x="0" y="301"/>
                    <a:pt x="0" y="310"/>
                  </a:cubicBezTo>
                  <a:cubicBezTo>
                    <a:pt x="0" y="327"/>
                    <a:pt x="17" y="336"/>
                    <a:pt x="26" y="336"/>
                  </a:cubicBezTo>
                  <a:cubicBezTo>
                    <a:pt x="44" y="336"/>
                    <a:pt x="53" y="319"/>
                    <a:pt x="53" y="310"/>
                  </a:cubicBezTo>
                  <a:cubicBezTo>
                    <a:pt x="53" y="301"/>
                    <a:pt x="53" y="292"/>
                    <a:pt x="53" y="283"/>
                  </a:cubicBezTo>
                  <a:cubicBezTo>
                    <a:pt x="53" y="160"/>
                    <a:pt x="132" y="71"/>
                    <a:pt x="248" y="71"/>
                  </a:cubicBezTo>
                  <a:close/>
                  <a:moveTo>
                    <a:pt x="425" y="98"/>
                  </a:moveTo>
                  <a:lnTo>
                    <a:pt x="425" y="98"/>
                  </a:lnTo>
                  <a:cubicBezTo>
                    <a:pt x="416" y="115"/>
                    <a:pt x="416" y="133"/>
                    <a:pt x="407" y="151"/>
                  </a:cubicBezTo>
                  <a:cubicBezTo>
                    <a:pt x="433" y="186"/>
                    <a:pt x="442" y="239"/>
                    <a:pt x="442" y="283"/>
                  </a:cubicBezTo>
                  <a:cubicBezTo>
                    <a:pt x="442" y="292"/>
                    <a:pt x="442" y="301"/>
                    <a:pt x="442" y="310"/>
                  </a:cubicBezTo>
                  <a:cubicBezTo>
                    <a:pt x="442" y="319"/>
                    <a:pt x="451" y="336"/>
                    <a:pt x="469" y="336"/>
                  </a:cubicBezTo>
                  <a:cubicBezTo>
                    <a:pt x="478" y="336"/>
                    <a:pt x="496" y="327"/>
                    <a:pt x="496" y="310"/>
                  </a:cubicBezTo>
                  <a:cubicBezTo>
                    <a:pt x="496" y="301"/>
                    <a:pt x="496" y="292"/>
                    <a:pt x="496" y="283"/>
                  </a:cubicBezTo>
                  <a:cubicBezTo>
                    <a:pt x="496" y="213"/>
                    <a:pt x="469" y="151"/>
                    <a:pt x="425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990515B5-CC9C-6061-F489-32460BEF9B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080" y="351110"/>
            <a:ext cx="2959331" cy="84525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F16707F-94C2-9C5B-B94D-C3DDC194B37D}"/>
              </a:ext>
            </a:extLst>
          </p:cNvPr>
          <p:cNvSpPr txBox="1"/>
          <p:nvPr/>
        </p:nvSpPr>
        <p:spPr>
          <a:xfrm>
            <a:off x="3180373" y="1595028"/>
            <a:ext cx="58487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80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THANKS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988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PONSE_PERSONNUM" val="30"/>
  <p:tag name="PPT_DBNAME" val="6cf2ba50-234a-4f27-b146-338b1954729b.md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ITLE_AUTOSET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  <p:tag name="SLIDETAGS" val="[]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  <p:tag name="SLIDETAGS" val="[]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  <p:tag name="SLIDETAGS" val="[]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  <p:tag name="SLIDETAGS" val="[]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  <p:tag name="SLIDETAGS" val="[]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  <p:tag name="SLIDETAGS" val="[]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  <p:tag name="SLIDETAGS" val="[]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  <p:tag name="SLIDETAGS" val="[]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SLIDE_ISRESPONSED" val="1"/>
  <p:tag name="SLIDE_DUENO" val="30"/>
  <p:tag name="SLIDE_PARTICIPANTNUM" val="30"/>
  <p:tag name="SLIDE_SUBMITNUM" val="0"/>
  <p:tag name="SLIDE_CORRECTNUM" val="0"/>
  <p:tag name="SLIDETAGS" val="[]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3002</TotalTime>
  <Words>532</Words>
  <Application>Microsoft Office PowerPoint</Application>
  <PresentationFormat>宽屏</PresentationFormat>
  <Paragraphs>80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inpin heiti</vt:lpstr>
      <vt:lpstr>等线</vt:lpstr>
      <vt:lpstr>等线 Light</vt:lpstr>
      <vt:lpstr>方正兰亭大黑_GBK</vt:lpstr>
      <vt:lpstr>思源黑体 CN Medium</vt:lpstr>
      <vt:lpstr>微软雅黑</vt:lpstr>
      <vt:lpstr>Arial</vt:lpstr>
      <vt:lpstr>Fira Sans Extra Condensed</vt:lpstr>
      <vt:lpstr>Times New Roman</vt:lpstr>
      <vt:lpstr>Office 主题​​</vt:lpstr>
      <vt:lpstr>MiniOB Drop实现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Anzichen</dc:creator>
  <cp:lastModifiedBy>Administrator</cp:lastModifiedBy>
  <cp:revision>355</cp:revision>
  <dcterms:created xsi:type="dcterms:W3CDTF">2019-05-05T06:42:53Z</dcterms:created>
  <dcterms:modified xsi:type="dcterms:W3CDTF">2025-10-13T06:50:10Z</dcterms:modified>
</cp:coreProperties>
</file>