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ppt/tags/tag15.xml" ContentType="application/vnd.openxmlformats-officedocument.presentationml.tags+xml"/>
  <Override PartName="/ppt/notesSlides/notesSlide13.xml" ContentType="application/vnd.openxmlformats-officedocument.presentationml.notesSlide+xml"/>
  <Override PartName="/ppt/tags/tag16.xml" ContentType="application/vnd.openxmlformats-officedocument.presentationml.tags+xml"/>
  <Override PartName="/ppt/notesSlides/notesSlide14.xml" ContentType="application/vnd.openxmlformats-officedocument.presentationml.notesSlide+xml"/>
  <Override PartName="/ppt/tags/tag17.xml" ContentType="application/vnd.openxmlformats-officedocument.presentationml.tags+xml"/>
  <Override PartName="/ppt/notesSlides/notesSlide15.xml" ContentType="application/vnd.openxmlformats-officedocument.presentationml.notesSlide+xml"/>
  <Override PartName="/ppt/tags/tag18.xml" ContentType="application/vnd.openxmlformats-officedocument.presentationml.tags+xml"/>
  <Override PartName="/ppt/notesSlides/notesSlide16.xml" ContentType="application/vnd.openxmlformats-officedocument.presentationml.notesSlide+xml"/>
  <Override PartName="/ppt/tags/tag19.xml" ContentType="application/vnd.openxmlformats-officedocument.presentationml.tags+xml"/>
  <Override PartName="/ppt/notesSlides/notesSlide17.xml" ContentType="application/vnd.openxmlformats-officedocument.presentationml.notesSlide+xml"/>
  <Override PartName="/ppt/tags/tag20.xml" ContentType="application/vnd.openxmlformats-officedocument.presentationml.tags+xml"/>
  <Override PartName="/ppt/notesSlides/notesSlide18.xml" ContentType="application/vnd.openxmlformats-officedocument.presentationml.notesSlide+xml"/>
  <Override PartName="/ppt/tags/tag21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342" r:id="rId3"/>
    <p:sldId id="668" r:id="rId4"/>
    <p:sldId id="669" r:id="rId5"/>
    <p:sldId id="670" r:id="rId6"/>
    <p:sldId id="671" r:id="rId7"/>
    <p:sldId id="672" r:id="rId8"/>
    <p:sldId id="673" r:id="rId9"/>
    <p:sldId id="674" r:id="rId10"/>
    <p:sldId id="675" r:id="rId11"/>
    <p:sldId id="676" r:id="rId12"/>
    <p:sldId id="677" r:id="rId13"/>
    <p:sldId id="678" r:id="rId14"/>
    <p:sldId id="679" r:id="rId15"/>
    <p:sldId id="680" r:id="rId16"/>
    <p:sldId id="681" r:id="rId17"/>
    <p:sldId id="682" r:id="rId18"/>
    <p:sldId id="683" r:id="rId19"/>
    <p:sldId id="667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CF9"/>
    <a:srgbClr val="81875A"/>
    <a:srgbClr val="B95B22"/>
    <a:srgbClr val="79AFFE"/>
    <a:srgbClr val="578279"/>
    <a:srgbClr val="BA8F2D"/>
    <a:srgbClr val="775F55"/>
    <a:srgbClr val="80C41C"/>
    <a:srgbClr val="CADCD8"/>
    <a:srgbClr val="94B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54" autoAdjust="0"/>
    <p:restoredTop sz="92367" autoAdjust="0"/>
  </p:normalViewPr>
  <p:slideViewPr>
    <p:cSldViewPr snapToGrid="0" showGuides="1">
      <p:cViewPr>
        <p:scale>
          <a:sx n="100" d="100"/>
          <a:sy n="100" d="100"/>
        </p:scale>
        <p:origin x="654" y="12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32909-155D-409C-99DC-1551ACCB81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C5B5A-D8B2-47E6-9A00-A2DD26E9F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52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本节主要内容：</a:t>
            </a:r>
            <a:endParaRPr lang="en-US" altLang="zh-CN" dirty="0"/>
          </a:p>
          <a:p>
            <a:r>
              <a:rPr lang="zh-CN" altLang="en-US" dirty="0"/>
              <a:t>以一个浅显的例子阐述从一个简单的最小功能的存储</a:t>
            </a:r>
            <a:r>
              <a:rPr lang="en-US" altLang="zh-CN" dirty="0"/>
              <a:t>map</a:t>
            </a:r>
            <a:r>
              <a:rPr lang="zh-CN" altLang="en-US" dirty="0"/>
              <a:t>如何迭代为一个功能完备的数据库。</a:t>
            </a:r>
            <a:endParaRPr lang="en-US" altLang="zh-CN" dirty="0"/>
          </a:p>
          <a:p>
            <a:r>
              <a:rPr lang="zh-CN" altLang="en-US" dirty="0"/>
              <a:t>然后介绍</a:t>
            </a:r>
            <a:r>
              <a:rPr lang="en-US" altLang="zh-CN" dirty="0" err="1"/>
              <a:t>MiniOB</a:t>
            </a:r>
            <a:r>
              <a:rPr lang="zh-CN" altLang="en-US" dirty="0"/>
              <a:t>的大致结构，如何从启动</a:t>
            </a:r>
            <a:r>
              <a:rPr lang="en-US" altLang="zh-CN" dirty="0"/>
              <a:t>-</a:t>
            </a:r>
            <a:r>
              <a:rPr lang="zh-CN" altLang="en-US" dirty="0"/>
              <a:t>接受命令</a:t>
            </a:r>
            <a:r>
              <a:rPr lang="en-US" altLang="zh-CN" dirty="0"/>
              <a:t>-</a:t>
            </a:r>
            <a:r>
              <a:rPr lang="zh-CN" altLang="en-US" dirty="0"/>
              <a:t>执行命令执行流程。从上到下的，帮助同学理解为什么要这么设计，如果不这么设计会存在哪些问题。</a:t>
            </a:r>
            <a:endParaRPr lang="en-US" altLang="zh-CN" dirty="0"/>
          </a:p>
          <a:p>
            <a:r>
              <a:rPr lang="zh-CN" altLang="en-US" dirty="0"/>
              <a:t>不包括详细的存储层的内容，先理解前半段内容，再理解后半段内容。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65CCDCC2-FF9F-6AD4-A858-CC3C6E14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10E7F969-9DAB-CB15-B279-97912D9D71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41CAF4BB-F7CE-313B-D7CE-AF146BCAE2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考虑一个最小功能的存储系统。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0519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1038571F-85B0-4E60-D4D7-A27E89D2A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ADB94FAF-7137-B75C-563A-1C637D93B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C3607148-D2DC-324A-547B-0AD6498106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考虑一个最小功能的存储系统。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9561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AB3D07CF-81BE-C3E8-B8E9-2635F3C1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269A1BB1-DA35-478F-2983-8C49AECC3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21E9BBF9-2822-7615-126F-DDE5B56F4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这里直接提一下效率问题。刷盘的操作是很昂贵的，是不是有什么方法可以优化？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5319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0D988E38-865F-1819-E735-F6221B27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DEE5EF36-6120-2712-B99C-C5F82F7006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69AB32A5-46FD-3226-EA0D-A420FC806A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1194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91071939-CD2D-A5B7-3A6E-12EA139B7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1A6D2759-2B53-6EC3-5325-9ECB3598B0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5645FC78-57C2-AA2C-8EB8-2EECAC3C3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9552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929884FA-53B1-C1CF-E1C8-77B10898C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E30AF67E-3972-B228-952C-538894A6E2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715F03E9-FB07-721E-2230-04255DA62B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8627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A0F2D11D-A508-A4FC-C274-0EE763AE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73DF1B7B-90DF-5E11-FFB4-264171611F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2CA35D4E-2B79-2C20-572E-41EDA4B342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4892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D9969CFB-13F2-146A-E2C9-E12C9D34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B733B7EC-4C7B-BAEA-7D3A-E297A2A313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58E5A4EA-63FA-B2E8-545D-5B41964293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2846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B2A0F096-6470-A1EA-3A48-246C27B3A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320DE621-DD31-C11D-67E6-179BE32DD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99DEC5CD-C16F-08C7-2128-0D01A840EC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9654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C5396F60-4443-01B7-1732-743C3536D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63693E8C-46A6-A576-2311-6E7100175E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C18DBA39-BF84-D297-319C-FD4B7DFD6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4841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178DE713-C773-08B1-4370-B59149E0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DB3CF65B-CB44-5A9C-EA5B-64251FC87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3D8F9B35-CC2B-459E-F962-1233C8329D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8042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3AF662ED-63D4-C59A-A110-7B0D0F89E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7C16F155-D29B-963D-FCAF-515E90F81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DD5E5F00-4897-1FFF-434B-FE7594E986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不需要特别关注，早期阶段提一嘴就可以了。</a:t>
            </a:r>
            <a:endParaRPr lang="en-US" altLang="zh-CN" dirty="0"/>
          </a:p>
          <a:p>
            <a:r>
              <a:rPr lang="zh-CN" altLang="en-US" dirty="0"/>
              <a:t>关于</a:t>
            </a:r>
            <a:r>
              <a:rPr lang="en-US" altLang="zh-CN" dirty="0"/>
              <a:t>group</a:t>
            </a:r>
            <a:r>
              <a:rPr lang="zh-CN" altLang="en-US" dirty="0"/>
              <a:t>这样的算子，可能需要在它这一层全部执行。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2388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F1079D58-05FC-B34C-4D96-C6A8B539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AB889AD7-6CBF-8BC5-2C6B-BC13DFD85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E5F3433D-14AB-7F86-1A9D-278225262F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不需要特别关注，早期阶段提一嘴就可以了。</a:t>
            </a:r>
            <a:endParaRPr lang="en-US" altLang="zh-CN" dirty="0"/>
          </a:p>
          <a:p>
            <a:endParaRPr lang="zh-CN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4199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14218198-CFF7-0D5F-BF23-3BA2E4A1F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64CC907A-CCE6-8D2A-9234-7BB2284733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A439EBD1-2D77-F5AC-81E1-7CEDC06D8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4404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E7CDDEAD-0798-77CC-4E08-849BAE207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CB88BA32-7100-B35D-4E9F-D187203C8A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067B105D-22AD-A9CF-4AC7-54BD2642BE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不需要特别关注，早期阶段提一嘴就可以了。</a:t>
            </a:r>
            <a:endParaRPr lang="en-US" altLang="zh-CN" dirty="0"/>
          </a:p>
          <a:p>
            <a:endParaRPr lang="zh-CN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99246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48772246-B434-8FC0-DCEE-9B08196BE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0A72048E-4A87-B776-03E4-F56240611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5C7F9E73-06DB-C5C3-F5B0-A78F9EF2B9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演示项目启动，项目目录的大概作用，如果要做修改，大体上是修改哪一部分。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39441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310634C0-6B63-DF4A-D508-A8F530354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6F2B6093-6B03-E599-41E7-25AD7F6F7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55D3290A-CFB8-25C1-194D-5E5A86FE52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08135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C8AAC-8937-42B5-AC60-E6AFF71671E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71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B4B1853-2DFC-407A-A26C-9542570F5A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 rot="5400000">
            <a:off x="8518387" y="3184388"/>
            <a:ext cx="3719592" cy="36276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58D76DF-B844-4415-8EEC-BABBBD1872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 rot="5400000" flipV="1">
            <a:off x="-45978" y="3184388"/>
            <a:ext cx="3719592" cy="362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1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0E22A6B-3498-4711-AF75-B20AE05362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8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F4B6CDB1-47D7-433E-9508-7BAA76BC8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>
            <a:off x="8472407" y="1"/>
            <a:ext cx="3719592" cy="36276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1D44DF-A95C-41BC-B357-FBDEF445DF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 rot="10800000">
            <a:off x="0" y="3230367"/>
            <a:ext cx="3719592" cy="362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9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9D4F26B-82B2-422B-9CC3-D30E9A95E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 rot="10800000" flipV="1">
            <a:off x="-1" y="1"/>
            <a:ext cx="1162373" cy="113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F2A96-205E-43B1-807A-D2DB9A98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F93606-559E-4BF4-9166-39D41E823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4A117C-8E48-4461-A8BA-3E463153D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AEE5F6-97C6-4443-88E3-C4D06937C9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28E5FB-B9CE-44F7-BC8D-DCD2DA3D3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60DDC8-596E-4E94-AF24-894BA691A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A61D64-6E49-4E46-A857-3AF42C2C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92E517-E258-4D3E-8B66-FDC558E4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72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9B41A-BF4C-48F9-96E5-8D34ED3E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60FBD4A-AB94-4978-863C-81337C998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A21609-D9E8-468E-BDE1-7C4A10F4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D6CAEB-C053-4808-8B1A-FD56E67D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2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AB50C6-FBDA-4105-A430-C82DF6E2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6CB3CB-A581-4A35-AE2C-853A437A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84BA82-D3C5-46E6-A33B-EE438B9C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51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681095-1FD5-4131-98D0-F119666C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D06121-5AAC-4F27-8FAF-0F3C53040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D1C4E1-E7CB-4740-879E-1F60B99AF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3CC273-2272-4C21-A0D8-2DA487ABB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259F0D-9E50-48D2-AB80-E4BA0A5C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9EFC46-44EE-426C-B903-732763D9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75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1C647-3964-47FD-8DAD-BC082204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FAFE2E-37FF-4E1E-B47E-E2889F4C4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3EF820-5FDC-4DF9-AD37-6CC7C84B8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64C052-F67D-4670-9A91-214FB020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DEBB69-BCB1-4768-B3CB-F17A9FC92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BFA05D-81B6-49C8-808B-9A13E7A1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48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D2DF8-8D47-496E-BBB8-636C7854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1066DB-E0B2-4010-94C4-54B883025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832A49-C44D-43F9-943B-298D2A96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850F48-6A60-4E7E-A7CC-BE84EBD98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C3F748-0D79-4592-AE19-1C961AE0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814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42E807-D90D-4326-9507-50B3C3A61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FD49E5-A448-4D06-9CEE-4D41ADAF5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131072-0D20-431F-B46D-0C5EF195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ED7F3-D1CD-4A3A-ABC9-332F32E7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F0A2A-F157-4791-8418-C57348C8D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854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846033" y="1715028"/>
            <a:ext cx="4617600" cy="29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845913" y="4501095"/>
            <a:ext cx="4617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67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299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31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B820E1-727C-4E31-BCBB-6BF5F4CC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BD9A0A-DE75-428A-962C-94B7F69B9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666BDD-F1DE-402A-90E4-FF0D42FBA0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9A481-BCBD-4853-BA1F-008DF7DFC958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73D720-A517-4377-A087-4BA360AAF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F126B6-EDC5-4933-9988-F1FF887F4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681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5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6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7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9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0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846033" y="1676928"/>
            <a:ext cx="4617600" cy="29260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altLang="zh-CN" sz="7200" b="1" dirty="0" err="1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MiniOB</a:t>
            </a:r>
            <a:r>
              <a:rPr lang="en-US" altLang="zh-CN" sz="72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 </a:t>
            </a:r>
            <a:r>
              <a:rPr lang="zh-CN" altLang="en-US" sz="72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介绍</a:t>
            </a:r>
          </a:p>
        </p:txBody>
      </p:sp>
      <p:grpSp>
        <p:nvGrpSpPr>
          <p:cNvPr id="48" name="Google Shape;48;p15"/>
          <p:cNvGrpSpPr/>
          <p:nvPr/>
        </p:nvGrpSpPr>
        <p:grpSpPr>
          <a:xfrm rot="823129">
            <a:off x="1086429" y="59046"/>
            <a:ext cx="5457294" cy="5613129"/>
            <a:chOff x="-1250633" y="-580867"/>
            <a:chExt cx="4901182" cy="5041138"/>
          </a:xfrm>
        </p:grpSpPr>
        <p:sp>
          <p:nvSpPr>
            <p:cNvPr id="90" name="Google Shape;90;p15"/>
            <p:cNvSpPr/>
            <p:nvPr/>
          </p:nvSpPr>
          <p:spPr>
            <a:xfrm rot="19956817">
              <a:off x="2164503" y="-580867"/>
              <a:ext cx="1166853" cy="901769"/>
            </a:xfrm>
            <a:custGeom>
              <a:avLst/>
              <a:gdLst/>
              <a:ahLst/>
              <a:cxnLst/>
              <a:rect l="l" t="t" r="r" b="b"/>
              <a:pathLst>
                <a:path w="6308" h="4875" extrusionOk="0">
                  <a:moveTo>
                    <a:pt x="3569" y="1"/>
                  </a:moveTo>
                  <a:cubicBezTo>
                    <a:pt x="3428" y="1"/>
                    <a:pt x="3284" y="13"/>
                    <a:pt x="3141" y="39"/>
                  </a:cubicBezTo>
                  <a:cubicBezTo>
                    <a:pt x="2001" y="252"/>
                    <a:pt x="1198" y="1217"/>
                    <a:pt x="1147" y="2312"/>
                  </a:cubicBezTo>
                  <a:cubicBezTo>
                    <a:pt x="1140" y="2396"/>
                    <a:pt x="1095" y="2467"/>
                    <a:pt x="1030" y="2512"/>
                  </a:cubicBezTo>
                  <a:lnTo>
                    <a:pt x="46" y="3147"/>
                  </a:lnTo>
                  <a:cubicBezTo>
                    <a:pt x="0" y="3179"/>
                    <a:pt x="13" y="3257"/>
                    <a:pt x="72" y="3264"/>
                  </a:cubicBezTo>
                  <a:lnTo>
                    <a:pt x="1231" y="3432"/>
                  </a:lnTo>
                  <a:cubicBezTo>
                    <a:pt x="1309" y="3445"/>
                    <a:pt x="1380" y="3490"/>
                    <a:pt x="1412" y="3562"/>
                  </a:cubicBezTo>
                  <a:cubicBezTo>
                    <a:pt x="1831" y="4362"/>
                    <a:pt x="2668" y="4874"/>
                    <a:pt x="3578" y="4874"/>
                  </a:cubicBezTo>
                  <a:cubicBezTo>
                    <a:pt x="3750" y="4874"/>
                    <a:pt x="3925" y="4856"/>
                    <a:pt x="4100" y="4818"/>
                  </a:cubicBezTo>
                  <a:cubicBezTo>
                    <a:pt x="5466" y="4520"/>
                    <a:pt x="6308" y="3134"/>
                    <a:pt x="5919" y="1768"/>
                  </a:cubicBezTo>
                  <a:cubicBezTo>
                    <a:pt x="5622" y="710"/>
                    <a:pt x="4638" y="1"/>
                    <a:pt x="3569" y="1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" name="Google Shape;91;p15">
              <a:extLst>
                <a:ext uri="{FF2B5EF4-FFF2-40B4-BE49-F238E27FC236}">
                  <a16:creationId xmlns:a16="http://schemas.microsoft.com/office/drawing/2014/main" id="{332BA1BE-9472-5E6A-66BD-AB1EBF176728}"/>
                </a:ext>
              </a:extLst>
            </p:cNvPr>
            <p:cNvSpPr/>
            <p:nvPr/>
          </p:nvSpPr>
          <p:spPr>
            <a:xfrm rot="19956817">
              <a:off x="2520551" y="-152761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2" y="0"/>
                  </a:moveTo>
                  <a:cubicBezTo>
                    <a:pt x="92" y="0"/>
                    <a:pt x="1" y="91"/>
                    <a:pt x="1" y="207"/>
                  </a:cubicBezTo>
                  <a:cubicBezTo>
                    <a:pt x="1" y="317"/>
                    <a:pt x="92" y="408"/>
                    <a:pt x="202" y="408"/>
                  </a:cubicBezTo>
                  <a:cubicBezTo>
                    <a:pt x="318" y="408"/>
                    <a:pt x="409" y="317"/>
                    <a:pt x="409" y="207"/>
                  </a:cubicBezTo>
                  <a:cubicBezTo>
                    <a:pt x="409" y="91"/>
                    <a:pt x="318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92;p15">
              <a:extLst>
                <a:ext uri="{FF2B5EF4-FFF2-40B4-BE49-F238E27FC236}">
                  <a16:creationId xmlns:a16="http://schemas.microsoft.com/office/drawing/2014/main" id="{A3CDF05D-A638-EADD-C18D-2C60C15C6DF4}"/>
                </a:ext>
              </a:extLst>
            </p:cNvPr>
            <p:cNvSpPr/>
            <p:nvPr/>
          </p:nvSpPr>
          <p:spPr>
            <a:xfrm rot="19956817">
              <a:off x="2694453" y="-195263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1" y="0"/>
                  </a:moveTo>
                  <a:cubicBezTo>
                    <a:pt x="91" y="0"/>
                    <a:pt x="1" y="91"/>
                    <a:pt x="1" y="207"/>
                  </a:cubicBezTo>
                  <a:cubicBezTo>
                    <a:pt x="1" y="317"/>
                    <a:pt x="91" y="408"/>
                    <a:pt x="201" y="408"/>
                  </a:cubicBezTo>
                  <a:cubicBezTo>
                    <a:pt x="318" y="408"/>
                    <a:pt x="409" y="317"/>
                    <a:pt x="409" y="207"/>
                  </a:cubicBezTo>
                  <a:cubicBezTo>
                    <a:pt x="409" y="91"/>
                    <a:pt x="31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93;p15">
              <a:extLst>
                <a:ext uri="{FF2B5EF4-FFF2-40B4-BE49-F238E27FC236}">
                  <a16:creationId xmlns:a16="http://schemas.microsoft.com/office/drawing/2014/main" id="{EE43914E-D6D4-93C2-1AD5-CA13E2133DC6}"/>
                </a:ext>
              </a:extLst>
            </p:cNvPr>
            <p:cNvSpPr/>
            <p:nvPr/>
          </p:nvSpPr>
          <p:spPr>
            <a:xfrm rot="19956817">
              <a:off x="2868357" y="-237763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1" y="0"/>
                  </a:moveTo>
                  <a:cubicBezTo>
                    <a:pt x="91" y="0"/>
                    <a:pt x="0" y="91"/>
                    <a:pt x="0" y="207"/>
                  </a:cubicBezTo>
                  <a:cubicBezTo>
                    <a:pt x="0" y="317"/>
                    <a:pt x="91" y="408"/>
                    <a:pt x="201" y="408"/>
                  </a:cubicBezTo>
                  <a:cubicBezTo>
                    <a:pt x="318" y="408"/>
                    <a:pt x="408" y="317"/>
                    <a:pt x="408" y="207"/>
                  </a:cubicBezTo>
                  <a:cubicBezTo>
                    <a:pt x="408" y="91"/>
                    <a:pt x="31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Google Shape;94;p15">
              <a:extLst>
                <a:ext uri="{FF2B5EF4-FFF2-40B4-BE49-F238E27FC236}">
                  <a16:creationId xmlns:a16="http://schemas.microsoft.com/office/drawing/2014/main" id="{9BACAD5B-3AAA-703A-5335-362A9BB8E934}"/>
                </a:ext>
              </a:extLst>
            </p:cNvPr>
            <p:cNvSpPr/>
            <p:nvPr/>
          </p:nvSpPr>
          <p:spPr>
            <a:xfrm rot="19956817">
              <a:off x="3042277" y="-280095"/>
              <a:ext cx="81688" cy="82907"/>
            </a:xfrm>
            <a:custGeom>
              <a:avLst/>
              <a:gdLst/>
              <a:ahLst/>
              <a:cxnLst/>
              <a:rect l="l" t="t" r="r" b="b"/>
              <a:pathLst>
                <a:path w="402" h="408" extrusionOk="0">
                  <a:moveTo>
                    <a:pt x="201" y="0"/>
                  </a:moveTo>
                  <a:cubicBezTo>
                    <a:pt x="91" y="0"/>
                    <a:pt x="0" y="91"/>
                    <a:pt x="0" y="207"/>
                  </a:cubicBezTo>
                  <a:cubicBezTo>
                    <a:pt x="0" y="317"/>
                    <a:pt x="91" y="408"/>
                    <a:pt x="201" y="408"/>
                  </a:cubicBezTo>
                  <a:cubicBezTo>
                    <a:pt x="311" y="408"/>
                    <a:pt x="402" y="317"/>
                    <a:pt x="402" y="207"/>
                  </a:cubicBezTo>
                  <a:cubicBezTo>
                    <a:pt x="402" y="91"/>
                    <a:pt x="311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" name="Google Shape;50;p15"/>
            <p:cNvSpPr/>
            <p:nvPr/>
          </p:nvSpPr>
          <p:spPr>
            <a:xfrm rot="20776023">
              <a:off x="-1192212" y="3315226"/>
              <a:ext cx="4842761" cy="1145045"/>
            </a:xfrm>
            <a:custGeom>
              <a:avLst/>
              <a:gdLst/>
              <a:ahLst/>
              <a:cxnLst/>
              <a:rect l="l" t="t" r="r" b="b"/>
              <a:pathLst>
                <a:path w="23832" h="5635" extrusionOk="0">
                  <a:moveTo>
                    <a:pt x="3990" y="0"/>
                  </a:moveTo>
                  <a:cubicBezTo>
                    <a:pt x="3291" y="0"/>
                    <a:pt x="2617" y="208"/>
                    <a:pt x="2488" y="467"/>
                  </a:cubicBezTo>
                  <a:lnTo>
                    <a:pt x="215" y="4877"/>
                  </a:lnTo>
                  <a:cubicBezTo>
                    <a:pt x="1" y="5285"/>
                    <a:pt x="571" y="5634"/>
                    <a:pt x="1484" y="5634"/>
                  </a:cubicBezTo>
                  <a:lnTo>
                    <a:pt x="22342" y="5628"/>
                  </a:lnTo>
                  <a:cubicBezTo>
                    <a:pt x="23262" y="5621"/>
                    <a:pt x="23832" y="5278"/>
                    <a:pt x="23618" y="4870"/>
                  </a:cubicBezTo>
                  <a:lnTo>
                    <a:pt x="21345" y="460"/>
                  </a:lnTo>
                  <a:cubicBezTo>
                    <a:pt x="21209" y="201"/>
                    <a:pt x="20536" y="0"/>
                    <a:pt x="198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" name="Google Shape;51;p15"/>
            <p:cNvSpPr/>
            <p:nvPr/>
          </p:nvSpPr>
          <p:spPr>
            <a:xfrm rot="20776023">
              <a:off x="-1170996" y="3261511"/>
              <a:ext cx="4774280" cy="1145045"/>
            </a:xfrm>
            <a:custGeom>
              <a:avLst/>
              <a:gdLst/>
              <a:ahLst/>
              <a:cxnLst/>
              <a:rect l="l" t="t" r="r" b="b"/>
              <a:pathLst>
                <a:path w="23495" h="5635" extrusionOk="0">
                  <a:moveTo>
                    <a:pt x="3821" y="0"/>
                  </a:moveTo>
                  <a:cubicBezTo>
                    <a:pt x="3122" y="0"/>
                    <a:pt x="2448" y="208"/>
                    <a:pt x="2319" y="467"/>
                  </a:cubicBezTo>
                  <a:lnTo>
                    <a:pt x="266" y="4132"/>
                  </a:lnTo>
                  <a:lnTo>
                    <a:pt x="0" y="4132"/>
                  </a:lnTo>
                  <a:lnTo>
                    <a:pt x="0" y="5084"/>
                  </a:lnTo>
                  <a:cubicBezTo>
                    <a:pt x="39" y="5395"/>
                    <a:pt x="557" y="5634"/>
                    <a:pt x="1315" y="5634"/>
                  </a:cubicBezTo>
                  <a:lnTo>
                    <a:pt x="22173" y="5628"/>
                  </a:lnTo>
                  <a:cubicBezTo>
                    <a:pt x="22931" y="5628"/>
                    <a:pt x="23449" y="5395"/>
                    <a:pt x="23488" y="5077"/>
                  </a:cubicBezTo>
                  <a:lnTo>
                    <a:pt x="23494" y="5077"/>
                  </a:lnTo>
                  <a:lnTo>
                    <a:pt x="23494" y="4100"/>
                  </a:lnTo>
                  <a:lnTo>
                    <a:pt x="23229" y="4100"/>
                  </a:lnTo>
                  <a:lnTo>
                    <a:pt x="21176" y="460"/>
                  </a:lnTo>
                  <a:cubicBezTo>
                    <a:pt x="21040" y="201"/>
                    <a:pt x="20367" y="0"/>
                    <a:pt x="196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Google Shape;52;p15"/>
            <p:cNvSpPr/>
            <p:nvPr/>
          </p:nvSpPr>
          <p:spPr>
            <a:xfrm rot="20776023">
              <a:off x="-1121231" y="692940"/>
              <a:ext cx="3734689" cy="2435786"/>
            </a:xfrm>
            <a:custGeom>
              <a:avLst/>
              <a:gdLst/>
              <a:ahLst/>
              <a:cxnLst/>
              <a:rect l="l" t="t" r="r" b="b"/>
              <a:pathLst>
                <a:path w="18379" h="11987" extrusionOk="0">
                  <a:moveTo>
                    <a:pt x="1211" y="0"/>
                  </a:moveTo>
                  <a:cubicBezTo>
                    <a:pt x="544" y="0"/>
                    <a:pt x="0" y="544"/>
                    <a:pt x="0" y="1218"/>
                  </a:cubicBezTo>
                  <a:lnTo>
                    <a:pt x="0" y="10770"/>
                  </a:lnTo>
                  <a:cubicBezTo>
                    <a:pt x="0" y="11443"/>
                    <a:pt x="544" y="11987"/>
                    <a:pt x="1211" y="11987"/>
                  </a:cubicBezTo>
                  <a:lnTo>
                    <a:pt x="17161" y="11987"/>
                  </a:lnTo>
                  <a:cubicBezTo>
                    <a:pt x="17835" y="11987"/>
                    <a:pt x="18379" y="11443"/>
                    <a:pt x="18379" y="10770"/>
                  </a:cubicBezTo>
                  <a:lnTo>
                    <a:pt x="18379" y="1218"/>
                  </a:lnTo>
                  <a:cubicBezTo>
                    <a:pt x="18379" y="544"/>
                    <a:pt x="17835" y="0"/>
                    <a:pt x="171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" name="Google Shape;53;p15"/>
            <p:cNvSpPr/>
            <p:nvPr/>
          </p:nvSpPr>
          <p:spPr>
            <a:xfrm rot="20776023">
              <a:off x="-1250633" y="3076184"/>
              <a:ext cx="4842761" cy="1145045"/>
            </a:xfrm>
            <a:custGeom>
              <a:avLst/>
              <a:gdLst/>
              <a:ahLst/>
              <a:cxnLst/>
              <a:rect l="l" t="t" r="r" b="b"/>
              <a:pathLst>
                <a:path w="23832" h="5635" extrusionOk="0">
                  <a:moveTo>
                    <a:pt x="19843" y="0"/>
                  </a:moveTo>
                  <a:lnTo>
                    <a:pt x="3990" y="7"/>
                  </a:lnTo>
                  <a:cubicBezTo>
                    <a:pt x="3291" y="7"/>
                    <a:pt x="2617" y="214"/>
                    <a:pt x="2488" y="473"/>
                  </a:cubicBezTo>
                  <a:lnTo>
                    <a:pt x="215" y="4883"/>
                  </a:lnTo>
                  <a:cubicBezTo>
                    <a:pt x="1" y="5291"/>
                    <a:pt x="571" y="5634"/>
                    <a:pt x="1484" y="5634"/>
                  </a:cubicBezTo>
                  <a:lnTo>
                    <a:pt x="22342" y="5628"/>
                  </a:lnTo>
                  <a:cubicBezTo>
                    <a:pt x="23262" y="5628"/>
                    <a:pt x="23832" y="5285"/>
                    <a:pt x="23618" y="4877"/>
                  </a:cubicBezTo>
                  <a:lnTo>
                    <a:pt x="21345" y="467"/>
                  </a:lnTo>
                  <a:cubicBezTo>
                    <a:pt x="21209" y="208"/>
                    <a:pt x="20536" y="0"/>
                    <a:pt x="198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Google Shape;55;p15"/>
            <p:cNvSpPr/>
            <p:nvPr/>
          </p:nvSpPr>
          <p:spPr>
            <a:xfrm rot="20776023">
              <a:off x="436435" y="824594"/>
              <a:ext cx="114607" cy="113387"/>
            </a:xfrm>
            <a:custGeom>
              <a:avLst/>
              <a:gdLst/>
              <a:ahLst/>
              <a:cxnLst/>
              <a:rect l="l" t="t" r="r" b="b"/>
              <a:pathLst>
                <a:path w="564" h="558" extrusionOk="0">
                  <a:moveTo>
                    <a:pt x="285" y="1"/>
                  </a:moveTo>
                  <a:cubicBezTo>
                    <a:pt x="130" y="1"/>
                    <a:pt x="0" y="124"/>
                    <a:pt x="0" y="279"/>
                  </a:cubicBezTo>
                  <a:cubicBezTo>
                    <a:pt x="0" y="435"/>
                    <a:pt x="130" y="558"/>
                    <a:pt x="285" y="558"/>
                  </a:cubicBezTo>
                  <a:cubicBezTo>
                    <a:pt x="441" y="558"/>
                    <a:pt x="564" y="435"/>
                    <a:pt x="564" y="279"/>
                  </a:cubicBezTo>
                  <a:cubicBezTo>
                    <a:pt x="564" y="124"/>
                    <a:pt x="441" y="1"/>
                    <a:pt x="2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Google Shape;56;p15"/>
            <p:cNvSpPr/>
            <p:nvPr/>
          </p:nvSpPr>
          <p:spPr>
            <a:xfrm rot="20776023">
              <a:off x="-710711" y="3196700"/>
              <a:ext cx="3684700" cy="583190"/>
            </a:xfrm>
            <a:custGeom>
              <a:avLst/>
              <a:gdLst/>
              <a:ahLst/>
              <a:cxnLst/>
              <a:rect l="l" t="t" r="r" b="b"/>
              <a:pathLst>
                <a:path w="18133" h="2870" extrusionOk="0">
                  <a:moveTo>
                    <a:pt x="1794" y="0"/>
                  </a:moveTo>
                  <a:cubicBezTo>
                    <a:pt x="1457" y="0"/>
                    <a:pt x="1140" y="97"/>
                    <a:pt x="1088" y="227"/>
                  </a:cubicBezTo>
                  <a:lnTo>
                    <a:pt x="72" y="2578"/>
                  </a:lnTo>
                  <a:cubicBezTo>
                    <a:pt x="0" y="2740"/>
                    <a:pt x="253" y="2869"/>
                    <a:pt x="641" y="2869"/>
                  </a:cubicBezTo>
                  <a:lnTo>
                    <a:pt x="17485" y="2869"/>
                  </a:lnTo>
                  <a:cubicBezTo>
                    <a:pt x="17873" y="2869"/>
                    <a:pt x="18132" y="2740"/>
                    <a:pt x="18061" y="2578"/>
                  </a:cubicBezTo>
                  <a:lnTo>
                    <a:pt x="17045" y="227"/>
                  </a:lnTo>
                  <a:cubicBezTo>
                    <a:pt x="16993" y="97"/>
                    <a:pt x="16675" y="0"/>
                    <a:pt x="163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Google Shape;57;p15"/>
            <p:cNvSpPr/>
            <p:nvPr/>
          </p:nvSpPr>
          <p:spPr>
            <a:xfrm rot="20776023">
              <a:off x="-359423" y="3532845"/>
              <a:ext cx="209503" cy="588474"/>
            </a:xfrm>
            <a:custGeom>
              <a:avLst/>
              <a:gdLst/>
              <a:ahLst/>
              <a:cxnLst/>
              <a:rect l="l" t="t" r="r" b="b"/>
              <a:pathLst>
                <a:path w="1031" h="2896" fill="none" extrusionOk="0">
                  <a:moveTo>
                    <a:pt x="1030" y="0"/>
                  </a:moveTo>
                  <a:lnTo>
                    <a:pt x="1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" name="Google Shape;58;p15"/>
            <p:cNvSpPr/>
            <p:nvPr/>
          </p:nvSpPr>
          <p:spPr>
            <a:xfrm rot="20776023">
              <a:off x="13417" y="3448181"/>
              <a:ext cx="156670" cy="588474"/>
            </a:xfrm>
            <a:custGeom>
              <a:avLst/>
              <a:gdLst/>
              <a:ahLst/>
              <a:cxnLst/>
              <a:rect l="l" t="t" r="r" b="b"/>
              <a:pathLst>
                <a:path w="771" h="2896" fill="none" extrusionOk="0">
                  <a:moveTo>
                    <a:pt x="771" y="0"/>
                  </a:moveTo>
                  <a:lnTo>
                    <a:pt x="0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59;p15"/>
            <p:cNvSpPr/>
            <p:nvPr/>
          </p:nvSpPr>
          <p:spPr>
            <a:xfrm rot="20776023">
              <a:off x="392194" y="3362775"/>
              <a:ext cx="83110" cy="464723"/>
            </a:xfrm>
            <a:custGeom>
              <a:avLst/>
              <a:gdLst/>
              <a:ahLst/>
              <a:cxnLst/>
              <a:rect l="l" t="t" r="r" b="b"/>
              <a:pathLst>
                <a:path w="409" h="2287" fill="none" extrusionOk="0">
                  <a:moveTo>
                    <a:pt x="408" y="0"/>
                  </a:moveTo>
                  <a:lnTo>
                    <a:pt x="0" y="2286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0" name="Google Shape;60;p15"/>
            <p:cNvSpPr/>
            <p:nvPr/>
          </p:nvSpPr>
          <p:spPr>
            <a:xfrm rot="20776023">
              <a:off x="754417" y="3279390"/>
              <a:ext cx="41047" cy="464723"/>
            </a:xfrm>
            <a:custGeom>
              <a:avLst/>
              <a:gdLst/>
              <a:ahLst/>
              <a:cxnLst/>
              <a:rect l="l" t="t" r="r" b="b"/>
              <a:pathLst>
                <a:path w="202" h="2287" fill="none" extrusionOk="0">
                  <a:moveTo>
                    <a:pt x="202" y="0"/>
                  </a:moveTo>
                  <a:lnTo>
                    <a:pt x="1" y="2286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1" name="Google Shape;61;p15"/>
            <p:cNvSpPr/>
            <p:nvPr/>
          </p:nvSpPr>
          <p:spPr>
            <a:xfrm rot="20776023">
              <a:off x="1116820" y="3195810"/>
              <a:ext cx="203" cy="464723"/>
            </a:xfrm>
            <a:custGeom>
              <a:avLst/>
              <a:gdLst/>
              <a:ahLst/>
              <a:cxnLst/>
              <a:rect l="l" t="t" r="r" b="b"/>
              <a:pathLst>
                <a:path w="1" h="2287" fill="none" extrusionOk="0">
                  <a:moveTo>
                    <a:pt x="0" y="0"/>
                  </a:moveTo>
                  <a:lnTo>
                    <a:pt x="0" y="2286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2" name="Google Shape;62;p15"/>
            <p:cNvSpPr/>
            <p:nvPr/>
          </p:nvSpPr>
          <p:spPr>
            <a:xfrm rot="20776023">
              <a:off x="1451520" y="3109401"/>
              <a:ext cx="52833" cy="588474"/>
            </a:xfrm>
            <a:custGeom>
              <a:avLst/>
              <a:gdLst/>
              <a:ahLst/>
              <a:cxnLst/>
              <a:rect l="l" t="t" r="r" b="b"/>
              <a:pathLst>
                <a:path w="260" h="2896" fill="none" extrusionOk="0">
                  <a:moveTo>
                    <a:pt x="1" y="0"/>
                  </a:moveTo>
                  <a:lnTo>
                    <a:pt x="260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63;p15"/>
            <p:cNvSpPr/>
            <p:nvPr/>
          </p:nvSpPr>
          <p:spPr>
            <a:xfrm rot="20776023">
              <a:off x="1771727" y="3024714"/>
              <a:ext cx="105463" cy="588474"/>
            </a:xfrm>
            <a:custGeom>
              <a:avLst/>
              <a:gdLst/>
              <a:ahLst/>
              <a:cxnLst/>
              <a:rect l="l" t="t" r="r" b="b"/>
              <a:pathLst>
                <a:path w="519" h="2896" fill="none" extrusionOk="0">
                  <a:moveTo>
                    <a:pt x="0" y="0"/>
                  </a:moveTo>
                  <a:lnTo>
                    <a:pt x="518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4" name="Google Shape;64;p15"/>
            <p:cNvSpPr/>
            <p:nvPr/>
          </p:nvSpPr>
          <p:spPr>
            <a:xfrm rot="20776023">
              <a:off x="2093156" y="2940050"/>
              <a:ext cx="155451" cy="588474"/>
            </a:xfrm>
            <a:custGeom>
              <a:avLst/>
              <a:gdLst/>
              <a:ahLst/>
              <a:cxnLst/>
              <a:rect l="l" t="t" r="r" b="b"/>
              <a:pathLst>
                <a:path w="765" h="2896" fill="none" extrusionOk="0">
                  <a:moveTo>
                    <a:pt x="0" y="0"/>
                  </a:moveTo>
                  <a:lnTo>
                    <a:pt x="764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 rot="20776023">
              <a:off x="2413166" y="2855409"/>
              <a:ext cx="208081" cy="588474"/>
            </a:xfrm>
            <a:custGeom>
              <a:avLst/>
              <a:gdLst/>
              <a:ahLst/>
              <a:cxnLst/>
              <a:rect l="l" t="t" r="r" b="b"/>
              <a:pathLst>
                <a:path w="1024" h="2896" fill="none" extrusionOk="0">
                  <a:moveTo>
                    <a:pt x="1" y="0"/>
                  </a:moveTo>
                  <a:lnTo>
                    <a:pt x="1024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 rot="20776023">
              <a:off x="-573313" y="3297186"/>
              <a:ext cx="3315072" cy="203"/>
            </a:xfrm>
            <a:custGeom>
              <a:avLst/>
              <a:gdLst/>
              <a:ahLst/>
              <a:cxnLst/>
              <a:rect l="l" t="t" r="r" b="b"/>
              <a:pathLst>
                <a:path w="16314" h="1" fill="none" extrusionOk="0">
                  <a:moveTo>
                    <a:pt x="16313" y="1"/>
                  </a:moveTo>
                  <a:lnTo>
                    <a:pt x="1" y="1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 rot="20776023">
              <a:off x="-596116" y="3408519"/>
              <a:ext cx="3415048" cy="0"/>
            </a:xfrm>
            <a:custGeom>
              <a:avLst/>
              <a:gdLst/>
              <a:ahLst/>
              <a:cxnLst/>
              <a:rect l="l" t="t" r="r" b="b"/>
              <a:pathLst>
                <a:path w="16806" fill="none" extrusionOk="0">
                  <a:moveTo>
                    <a:pt x="16805" y="0"/>
                  </a:moveTo>
                  <a:lnTo>
                    <a:pt x="1" y="0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 rot="20776023">
              <a:off x="-619697" y="3527202"/>
              <a:ext cx="3521527" cy="203"/>
            </a:xfrm>
            <a:custGeom>
              <a:avLst/>
              <a:gdLst/>
              <a:ahLst/>
              <a:cxnLst/>
              <a:rect l="l" t="t" r="r" b="b"/>
              <a:pathLst>
                <a:path w="17330" h="1" fill="none" extrusionOk="0">
                  <a:moveTo>
                    <a:pt x="17330" y="0"/>
                  </a:moveTo>
                  <a:lnTo>
                    <a:pt x="1" y="0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 rot="20776023">
              <a:off x="-645246" y="3653876"/>
              <a:ext cx="3633289" cy="203"/>
            </a:xfrm>
            <a:custGeom>
              <a:avLst/>
              <a:gdLst/>
              <a:ahLst/>
              <a:cxnLst/>
              <a:rect l="l" t="t" r="r" b="b"/>
              <a:pathLst>
                <a:path w="17880" h="1" fill="none" extrusionOk="0">
                  <a:moveTo>
                    <a:pt x="17880" y="0"/>
                  </a:moveTo>
                  <a:lnTo>
                    <a:pt x="0" y="0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 rot="20776023">
              <a:off x="617126" y="3848155"/>
              <a:ext cx="1270026" cy="272494"/>
            </a:xfrm>
            <a:custGeom>
              <a:avLst/>
              <a:gdLst/>
              <a:ahLst/>
              <a:cxnLst/>
              <a:rect l="l" t="t" r="r" b="b"/>
              <a:pathLst>
                <a:path w="6250" h="1341" extrusionOk="0">
                  <a:moveTo>
                    <a:pt x="208" y="0"/>
                  </a:moveTo>
                  <a:lnTo>
                    <a:pt x="1" y="1341"/>
                  </a:lnTo>
                  <a:lnTo>
                    <a:pt x="6250" y="1341"/>
                  </a:lnTo>
                  <a:lnTo>
                    <a:pt x="60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 rot="20776023">
              <a:off x="1868874" y="1537422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2" y="0"/>
                  </a:moveTo>
                  <a:cubicBezTo>
                    <a:pt x="92" y="0"/>
                    <a:pt x="1" y="91"/>
                    <a:pt x="1" y="207"/>
                  </a:cubicBezTo>
                  <a:cubicBezTo>
                    <a:pt x="1" y="317"/>
                    <a:pt x="92" y="408"/>
                    <a:pt x="202" y="408"/>
                  </a:cubicBezTo>
                  <a:cubicBezTo>
                    <a:pt x="318" y="408"/>
                    <a:pt x="409" y="317"/>
                    <a:pt x="409" y="207"/>
                  </a:cubicBezTo>
                  <a:cubicBezTo>
                    <a:pt x="409" y="91"/>
                    <a:pt x="318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 rot="20776023">
              <a:off x="2042776" y="1494921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1" y="0"/>
                  </a:moveTo>
                  <a:cubicBezTo>
                    <a:pt x="91" y="0"/>
                    <a:pt x="1" y="91"/>
                    <a:pt x="1" y="207"/>
                  </a:cubicBezTo>
                  <a:cubicBezTo>
                    <a:pt x="1" y="317"/>
                    <a:pt x="91" y="408"/>
                    <a:pt x="201" y="408"/>
                  </a:cubicBezTo>
                  <a:cubicBezTo>
                    <a:pt x="318" y="408"/>
                    <a:pt x="409" y="317"/>
                    <a:pt x="409" y="207"/>
                  </a:cubicBezTo>
                  <a:cubicBezTo>
                    <a:pt x="409" y="91"/>
                    <a:pt x="31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 rot="20776023">
              <a:off x="2216678" y="1452420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1" y="0"/>
                  </a:moveTo>
                  <a:cubicBezTo>
                    <a:pt x="91" y="0"/>
                    <a:pt x="0" y="91"/>
                    <a:pt x="0" y="207"/>
                  </a:cubicBezTo>
                  <a:cubicBezTo>
                    <a:pt x="0" y="317"/>
                    <a:pt x="91" y="408"/>
                    <a:pt x="201" y="408"/>
                  </a:cubicBezTo>
                  <a:cubicBezTo>
                    <a:pt x="318" y="408"/>
                    <a:pt x="408" y="317"/>
                    <a:pt x="408" y="207"/>
                  </a:cubicBezTo>
                  <a:cubicBezTo>
                    <a:pt x="408" y="91"/>
                    <a:pt x="31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 rot="20776023">
              <a:off x="2390601" y="1410088"/>
              <a:ext cx="81688" cy="82907"/>
            </a:xfrm>
            <a:custGeom>
              <a:avLst/>
              <a:gdLst/>
              <a:ahLst/>
              <a:cxnLst/>
              <a:rect l="l" t="t" r="r" b="b"/>
              <a:pathLst>
                <a:path w="402" h="408" extrusionOk="0">
                  <a:moveTo>
                    <a:pt x="201" y="0"/>
                  </a:moveTo>
                  <a:cubicBezTo>
                    <a:pt x="91" y="0"/>
                    <a:pt x="0" y="91"/>
                    <a:pt x="0" y="207"/>
                  </a:cubicBezTo>
                  <a:cubicBezTo>
                    <a:pt x="0" y="317"/>
                    <a:pt x="91" y="408"/>
                    <a:pt x="201" y="408"/>
                  </a:cubicBezTo>
                  <a:cubicBezTo>
                    <a:pt x="311" y="408"/>
                    <a:pt x="402" y="317"/>
                    <a:pt x="402" y="207"/>
                  </a:cubicBezTo>
                  <a:cubicBezTo>
                    <a:pt x="402" y="91"/>
                    <a:pt x="311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 rot="20776023">
              <a:off x="-1019545" y="2098932"/>
              <a:ext cx="346260" cy="287125"/>
            </a:xfrm>
            <a:custGeom>
              <a:avLst/>
              <a:gdLst/>
              <a:ahLst/>
              <a:cxnLst/>
              <a:rect l="l" t="t" r="r" b="b"/>
              <a:pathLst>
                <a:path w="1704" h="1413" extrusionOk="0">
                  <a:moveTo>
                    <a:pt x="117" y="1"/>
                  </a:moveTo>
                  <a:cubicBezTo>
                    <a:pt x="52" y="1"/>
                    <a:pt x="0" y="59"/>
                    <a:pt x="0" y="124"/>
                  </a:cubicBezTo>
                  <a:lnTo>
                    <a:pt x="0" y="1296"/>
                  </a:lnTo>
                  <a:cubicBezTo>
                    <a:pt x="0" y="1360"/>
                    <a:pt x="52" y="1412"/>
                    <a:pt x="117" y="1412"/>
                  </a:cubicBezTo>
                  <a:lnTo>
                    <a:pt x="1587" y="1412"/>
                  </a:lnTo>
                  <a:cubicBezTo>
                    <a:pt x="1651" y="1412"/>
                    <a:pt x="1703" y="1360"/>
                    <a:pt x="1703" y="1296"/>
                  </a:cubicBezTo>
                  <a:lnTo>
                    <a:pt x="1703" y="124"/>
                  </a:lnTo>
                  <a:cubicBezTo>
                    <a:pt x="1703" y="59"/>
                    <a:pt x="1651" y="1"/>
                    <a:pt x="15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 rot="20776023">
              <a:off x="-657843" y="2047779"/>
              <a:ext cx="171301" cy="256644"/>
            </a:xfrm>
            <a:custGeom>
              <a:avLst/>
              <a:gdLst/>
              <a:ahLst/>
              <a:cxnLst/>
              <a:rect l="l" t="t" r="r" b="b"/>
              <a:pathLst>
                <a:path w="843" h="1263" extrusionOk="0">
                  <a:moveTo>
                    <a:pt x="773" y="0"/>
                  </a:moveTo>
                  <a:cubicBezTo>
                    <a:pt x="759" y="0"/>
                    <a:pt x="745" y="4"/>
                    <a:pt x="732" y="13"/>
                  </a:cubicBezTo>
                  <a:lnTo>
                    <a:pt x="33" y="577"/>
                  </a:lnTo>
                  <a:cubicBezTo>
                    <a:pt x="1" y="603"/>
                    <a:pt x="1" y="654"/>
                    <a:pt x="33" y="680"/>
                  </a:cubicBezTo>
                  <a:lnTo>
                    <a:pt x="732" y="1250"/>
                  </a:lnTo>
                  <a:cubicBezTo>
                    <a:pt x="745" y="1259"/>
                    <a:pt x="759" y="1263"/>
                    <a:pt x="772" y="1263"/>
                  </a:cubicBezTo>
                  <a:cubicBezTo>
                    <a:pt x="808" y="1263"/>
                    <a:pt x="843" y="1234"/>
                    <a:pt x="843" y="1192"/>
                  </a:cubicBezTo>
                  <a:lnTo>
                    <a:pt x="843" y="65"/>
                  </a:lnTo>
                  <a:cubicBezTo>
                    <a:pt x="843" y="28"/>
                    <a:pt x="809" y="0"/>
                    <a:pt x="7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" name="Google Shape;52;p15">
              <a:extLst>
                <a:ext uri="{FF2B5EF4-FFF2-40B4-BE49-F238E27FC236}">
                  <a16:creationId xmlns:a16="http://schemas.microsoft.com/office/drawing/2014/main" id="{A52354C9-D12B-C6F1-7EB3-ED776012999C}"/>
                </a:ext>
              </a:extLst>
            </p:cNvPr>
            <p:cNvSpPr/>
            <p:nvPr/>
          </p:nvSpPr>
          <p:spPr>
            <a:xfrm rot="20776023">
              <a:off x="-1035473" y="703342"/>
              <a:ext cx="3734689" cy="2435786"/>
            </a:xfrm>
            <a:custGeom>
              <a:avLst/>
              <a:gdLst/>
              <a:ahLst/>
              <a:cxnLst/>
              <a:rect l="l" t="t" r="r" b="b"/>
              <a:pathLst>
                <a:path w="18379" h="11987" extrusionOk="0">
                  <a:moveTo>
                    <a:pt x="1211" y="0"/>
                  </a:moveTo>
                  <a:cubicBezTo>
                    <a:pt x="544" y="0"/>
                    <a:pt x="0" y="544"/>
                    <a:pt x="0" y="1218"/>
                  </a:cubicBezTo>
                  <a:lnTo>
                    <a:pt x="0" y="10770"/>
                  </a:lnTo>
                  <a:cubicBezTo>
                    <a:pt x="0" y="11443"/>
                    <a:pt x="544" y="11987"/>
                    <a:pt x="1211" y="11987"/>
                  </a:cubicBezTo>
                  <a:lnTo>
                    <a:pt x="17161" y="11987"/>
                  </a:lnTo>
                  <a:cubicBezTo>
                    <a:pt x="17835" y="11987"/>
                    <a:pt x="18379" y="11443"/>
                    <a:pt x="18379" y="10770"/>
                  </a:cubicBezTo>
                  <a:lnTo>
                    <a:pt x="18379" y="1218"/>
                  </a:lnTo>
                  <a:cubicBezTo>
                    <a:pt x="18379" y="544"/>
                    <a:pt x="17835" y="0"/>
                    <a:pt x="171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64FC9451-CA89-1762-C451-06D350150F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996" y="1536435"/>
            <a:ext cx="3680069" cy="2423012"/>
          </a:xfrm>
          <a:prstGeom prst="rect">
            <a:avLst/>
          </a:prstGeom>
        </p:spPr>
      </p:pic>
      <p:sp>
        <p:nvSpPr>
          <p:cNvPr id="10" name="Google Shape;55;p15">
            <a:extLst>
              <a:ext uri="{FF2B5EF4-FFF2-40B4-BE49-F238E27FC236}">
                <a16:creationId xmlns:a16="http://schemas.microsoft.com/office/drawing/2014/main" id="{5D2A71F2-BEAB-DB65-76E1-4864F08E451D}"/>
              </a:ext>
            </a:extLst>
          </p:cNvPr>
          <p:cNvSpPr/>
          <p:nvPr/>
        </p:nvSpPr>
        <p:spPr>
          <a:xfrm rot="26442" flipV="1">
            <a:off x="3326018" y="1417227"/>
            <a:ext cx="120024" cy="118748"/>
          </a:xfrm>
          <a:custGeom>
            <a:avLst/>
            <a:gdLst/>
            <a:ahLst/>
            <a:cxnLst/>
            <a:rect l="l" t="t" r="r" b="b"/>
            <a:pathLst>
              <a:path w="564" h="558" extrusionOk="0">
                <a:moveTo>
                  <a:pt x="285" y="1"/>
                </a:moveTo>
                <a:cubicBezTo>
                  <a:pt x="130" y="1"/>
                  <a:pt x="0" y="124"/>
                  <a:pt x="0" y="279"/>
                </a:cubicBezTo>
                <a:cubicBezTo>
                  <a:pt x="0" y="435"/>
                  <a:pt x="130" y="558"/>
                  <a:pt x="285" y="558"/>
                </a:cubicBezTo>
                <a:cubicBezTo>
                  <a:pt x="441" y="558"/>
                  <a:pt x="564" y="435"/>
                  <a:pt x="564" y="279"/>
                </a:cubicBezTo>
                <a:cubicBezTo>
                  <a:pt x="564" y="124"/>
                  <a:pt x="441" y="1"/>
                  <a:pt x="2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516" name="组合 515">
            <a:extLst>
              <a:ext uri="{FF2B5EF4-FFF2-40B4-BE49-F238E27FC236}">
                <a16:creationId xmlns:a16="http://schemas.microsoft.com/office/drawing/2014/main" id="{98D7AC6D-00E1-7F5D-26D0-C9BDBFF4DA90}"/>
              </a:ext>
            </a:extLst>
          </p:cNvPr>
          <p:cNvGrpSpPr/>
          <p:nvPr/>
        </p:nvGrpSpPr>
        <p:grpSpPr>
          <a:xfrm>
            <a:off x="-197963" y="868638"/>
            <a:ext cx="6772098" cy="5384025"/>
            <a:chOff x="-438683" y="338758"/>
            <a:chExt cx="5730787" cy="4556151"/>
          </a:xfrm>
        </p:grpSpPr>
        <p:sp>
          <p:nvSpPr>
            <p:cNvPr id="13" name="Google Shape;3351;p30">
              <a:extLst>
                <a:ext uri="{FF2B5EF4-FFF2-40B4-BE49-F238E27FC236}">
                  <a16:creationId xmlns:a16="http://schemas.microsoft.com/office/drawing/2014/main" id="{DD65DE2D-6C4F-9014-AAD4-D553E105A310}"/>
                </a:ext>
              </a:extLst>
            </p:cNvPr>
            <p:cNvSpPr/>
            <p:nvPr/>
          </p:nvSpPr>
          <p:spPr>
            <a:xfrm flipH="1">
              <a:off x="4845493" y="4407893"/>
              <a:ext cx="400163" cy="400865"/>
            </a:xfrm>
            <a:custGeom>
              <a:avLst/>
              <a:gdLst/>
              <a:ahLst/>
              <a:cxnLst/>
              <a:rect l="l" t="t" r="r" b="b"/>
              <a:pathLst>
                <a:path w="1138" h="1140" extrusionOk="0">
                  <a:moveTo>
                    <a:pt x="569" y="381"/>
                  </a:moveTo>
                  <a:cubicBezTo>
                    <a:pt x="631" y="381"/>
                    <a:pt x="691" y="412"/>
                    <a:pt x="727" y="466"/>
                  </a:cubicBezTo>
                  <a:cubicBezTo>
                    <a:pt x="784" y="554"/>
                    <a:pt x="759" y="672"/>
                    <a:pt x="673" y="727"/>
                  </a:cubicBezTo>
                  <a:cubicBezTo>
                    <a:pt x="641" y="749"/>
                    <a:pt x="604" y="759"/>
                    <a:pt x="568" y="759"/>
                  </a:cubicBezTo>
                  <a:cubicBezTo>
                    <a:pt x="507" y="759"/>
                    <a:pt x="447" y="729"/>
                    <a:pt x="412" y="674"/>
                  </a:cubicBezTo>
                  <a:cubicBezTo>
                    <a:pt x="354" y="586"/>
                    <a:pt x="380" y="470"/>
                    <a:pt x="465" y="412"/>
                  </a:cubicBezTo>
                  <a:cubicBezTo>
                    <a:pt x="497" y="391"/>
                    <a:pt x="533" y="381"/>
                    <a:pt x="569" y="381"/>
                  </a:cubicBezTo>
                  <a:close/>
                  <a:moveTo>
                    <a:pt x="594" y="0"/>
                  </a:moveTo>
                  <a:cubicBezTo>
                    <a:pt x="588" y="0"/>
                    <a:pt x="584" y="2"/>
                    <a:pt x="579" y="6"/>
                  </a:cubicBezTo>
                  <a:cubicBezTo>
                    <a:pt x="575" y="8"/>
                    <a:pt x="570" y="14"/>
                    <a:pt x="568" y="21"/>
                  </a:cubicBezTo>
                  <a:lnTo>
                    <a:pt x="525" y="143"/>
                  </a:lnTo>
                  <a:cubicBezTo>
                    <a:pt x="500" y="147"/>
                    <a:pt x="476" y="151"/>
                    <a:pt x="455" y="158"/>
                  </a:cubicBezTo>
                  <a:lnTo>
                    <a:pt x="363" y="55"/>
                  </a:lnTo>
                  <a:cubicBezTo>
                    <a:pt x="357" y="50"/>
                    <a:pt x="350" y="47"/>
                    <a:pt x="342" y="47"/>
                  </a:cubicBezTo>
                  <a:cubicBezTo>
                    <a:pt x="337" y="47"/>
                    <a:pt x="332" y="48"/>
                    <a:pt x="328" y="50"/>
                  </a:cubicBezTo>
                  <a:lnTo>
                    <a:pt x="191" y="140"/>
                  </a:lnTo>
                  <a:cubicBezTo>
                    <a:pt x="180" y="149"/>
                    <a:pt x="176" y="162"/>
                    <a:pt x="180" y="173"/>
                  </a:cubicBezTo>
                  <a:cubicBezTo>
                    <a:pt x="195" y="215"/>
                    <a:pt x="217" y="258"/>
                    <a:pt x="238" y="299"/>
                  </a:cubicBezTo>
                  <a:cubicBezTo>
                    <a:pt x="223" y="318"/>
                    <a:pt x="208" y="337"/>
                    <a:pt x="198" y="359"/>
                  </a:cubicBezTo>
                  <a:lnTo>
                    <a:pt x="69" y="348"/>
                  </a:lnTo>
                  <a:cubicBezTo>
                    <a:pt x="61" y="348"/>
                    <a:pt x="54" y="350"/>
                    <a:pt x="48" y="352"/>
                  </a:cubicBezTo>
                  <a:cubicBezTo>
                    <a:pt x="26" y="367"/>
                    <a:pt x="3" y="511"/>
                    <a:pt x="1" y="541"/>
                  </a:cubicBezTo>
                  <a:cubicBezTo>
                    <a:pt x="1" y="547"/>
                    <a:pt x="1" y="554"/>
                    <a:pt x="5" y="560"/>
                  </a:cubicBezTo>
                  <a:cubicBezTo>
                    <a:pt x="9" y="565"/>
                    <a:pt x="13" y="569"/>
                    <a:pt x="22" y="571"/>
                  </a:cubicBezTo>
                  <a:cubicBezTo>
                    <a:pt x="63" y="584"/>
                    <a:pt x="103" y="597"/>
                    <a:pt x="142" y="612"/>
                  </a:cubicBezTo>
                  <a:cubicBezTo>
                    <a:pt x="144" y="637"/>
                    <a:pt x="148" y="661"/>
                    <a:pt x="157" y="684"/>
                  </a:cubicBezTo>
                  <a:lnTo>
                    <a:pt x="52" y="777"/>
                  </a:lnTo>
                  <a:cubicBezTo>
                    <a:pt x="46" y="785"/>
                    <a:pt x="43" y="802"/>
                    <a:pt x="50" y="811"/>
                  </a:cubicBezTo>
                  <a:lnTo>
                    <a:pt x="140" y="948"/>
                  </a:lnTo>
                  <a:cubicBezTo>
                    <a:pt x="145" y="956"/>
                    <a:pt x="154" y="960"/>
                    <a:pt x="163" y="960"/>
                  </a:cubicBezTo>
                  <a:cubicBezTo>
                    <a:pt x="166" y="960"/>
                    <a:pt x="169" y="960"/>
                    <a:pt x="172" y="959"/>
                  </a:cubicBezTo>
                  <a:lnTo>
                    <a:pt x="296" y="901"/>
                  </a:lnTo>
                  <a:cubicBezTo>
                    <a:pt x="315" y="918"/>
                    <a:pt x="339" y="933"/>
                    <a:pt x="363" y="946"/>
                  </a:cubicBezTo>
                  <a:cubicBezTo>
                    <a:pt x="360" y="989"/>
                    <a:pt x="354" y="1029"/>
                    <a:pt x="352" y="1072"/>
                  </a:cubicBezTo>
                  <a:cubicBezTo>
                    <a:pt x="352" y="1079"/>
                    <a:pt x="352" y="1085"/>
                    <a:pt x="356" y="1089"/>
                  </a:cubicBezTo>
                  <a:cubicBezTo>
                    <a:pt x="360" y="1094"/>
                    <a:pt x="365" y="1098"/>
                    <a:pt x="371" y="1100"/>
                  </a:cubicBezTo>
                  <a:cubicBezTo>
                    <a:pt x="420" y="1119"/>
                    <a:pt x="489" y="1130"/>
                    <a:pt x="540" y="1138"/>
                  </a:cubicBezTo>
                  <a:cubicBezTo>
                    <a:pt x="542" y="1139"/>
                    <a:pt x="544" y="1139"/>
                    <a:pt x="545" y="1139"/>
                  </a:cubicBezTo>
                  <a:cubicBezTo>
                    <a:pt x="550" y="1139"/>
                    <a:pt x="555" y="1137"/>
                    <a:pt x="560" y="1134"/>
                  </a:cubicBezTo>
                  <a:cubicBezTo>
                    <a:pt x="566" y="1132"/>
                    <a:pt x="570" y="1126"/>
                    <a:pt x="572" y="1119"/>
                  </a:cubicBezTo>
                  <a:lnTo>
                    <a:pt x="615" y="997"/>
                  </a:lnTo>
                  <a:cubicBezTo>
                    <a:pt x="639" y="993"/>
                    <a:pt x="662" y="989"/>
                    <a:pt x="686" y="982"/>
                  </a:cubicBezTo>
                  <a:lnTo>
                    <a:pt x="778" y="1085"/>
                  </a:lnTo>
                  <a:cubicBezTo>
                    <a:pt x="782" y="1091"/>
                    <a:pt x="788" y="1094"/>
                    <a:pt x="795" y="1094"/>
                  </a:cubicBezTo>
                  <a:cubicBezTo>
                    <a:pt x="801" y="1094"/>
                    <a:pt x="807" y="1092"/>
                    <a:pt x="812" y="1089"/>
                  </a:cubicBezTo>
                  <a:lnTo>
                    <a:pt x="947" y="999"/>
                  </a:lnTo>
                  <a:cubicBezTo>
                    <a:pt x="960" y="993"/>
                    <a:pt x="962" y="980"/>
                    <a:pt x="960" y="967"/>
                  </a:cubicBezTo>
                  <a:cubicBezTo>
                    <a:pt x="945" y="924"/>
                    <a:pt x="922" y="881"/>
                    <a:pt x="902" y="841"/>
                  </a:cubicBezTo>
                  <a:cubicBezTo>
                    <a:pt x="917" y="822"/>
                    <a:pt x="930" y="802"/>
                    <a:pt x="943" y="781"/>
                  </a:cubicBezTo>
                  <a:lnTo>
                    <a:pt x="1071" y="792"/>
                  </a:lnTo>
                  <a:cubicBezTo>
                    <a:pt x="1078" y="792"/>
                    <a:pt x="1084" y="789"/>
                    <a:pt x="1091" y="787"/>
                  </a:cubicBezTo>
                  <a:cubicBezTo>
                    <a:pt x="1112" y="772"/>
                    <a:pt x="1136" y="629"/>
                    <a:pt x="1138" y="599"/>
                  </a:cubicBezTo>
                  <a:cubicBezTo>
                    <a:pt x="1138" y="592"/>
                    <a:pt x="1138" y="586"/>
                    <a:pt x="1134" y="579"/>
                  </a:cubicBezTo>
                  <a:cubicBezTo>
                    <a:pt x="1129" y="575"/>
                    <a:pt x="1125" y="571"/>
                    <a:pt x="1116" y="569"/>
                  </a:cubicBezTo>
                  <a:cubicBezTo>
                    <a:pt x="1076" y="556"/>
                    <a:pt x="1037" y="543"/>
                    <a:pt x="996" y="528"/>
                  </a:cubicBezTo>
                  <a:cubicBezTo>
                    <a:pt x="994" y="502"/>
                    <a:pt x="990" y="479"/>
                    <a:pt x="984" y="455"/>
                  </a:cubicBezTo>
                  <a:lnTo>
                    <a:pt x="1086" y="363"/>
                  </a:lnTo>
                  <a:cubicBezTo>
                    <a:pt x="1095" y="355"/>
                    <a:pt x="1095" y="340"/>
                    <a:pt x="1089" y="329"/>
                  </a:cubicBezTo>
                  <a:lnTo>
                    <a:pt x="999" y="192"/>
                  </a:lnTo>
                  <a:cubicBezTo>
                    <a:pt x="994" y="184"/>
                    <a:pt x="986" y="179"/>
                    <a:pt x="976" y="179"/>
                  </a:cubicBezTo>
                  <a:cubicBezTo>
                    <a:pt x="973" y="179"/>
                    <a:pt x="970" y="180"/>
                    <a:pt x="967" y="181"/>
                  </a:cubicBezTo>
                  <a:lnTo>
                    <a:pt x="842" y="239"/>
                  </a:lnTo>
                  <a:cubicBezTo>
                    <a:pt x="823" y="222"/>
                    <a:pt x="802" y="207"/>
                    <a:pt x="778" y="194"/>
                  </a:cubicBezTo>
                  <a:cubicBezTo>
                    <a:pt x="780" y="151"/>
                    <a:pt x="784" y="108"/>
                    <a:pt x="787" y="68"/>
                  </a:cubicBezTo>
                  <a:cubicBezTo>
                    <a:pt x="789" y="61"/>
                    <a:pt x="787" y="55"/>
                    <a:pt x="782" y="50"/>
                  </a:cubicBezTo>
                  <a:cubicBezTo>
                    <a:pt x="780" y="44"/>
                    <a:pt x="776" y="42"/>
                    <a:pt x="769" y="40"/>
                  </a:cubicBezTo>
                  <a:cubicBezTo>
                    <a:pt x="720" y="21"/>
                    <a:pt x="652" y="10"/>
                    <a:pt x="600" y="1"/>
                  </a:cubicBezTo>
                  <a:cubicBezTo>
                    <a:pt x="598" y="1"/>
                    <a:pt x="596" y="0"/>
                    <a:pt x="594" y="0"/>
                  </a:cubicBezTo>
                  <a:close/>
                </a:path>
              </a:pathLst>
            </a:custGeom>
            <a:solidFill>
              <a:srgbClr val="0181FD"/>
            </a:solidFill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Google Shape;3352;p30">
              <a:extLst>
                <a:ext uri="{FF2B5EF4-FFF2-40B4-BE49-F238E27FC236}">
                  <a16:creationId xmlns:a16="http://schemas.microsoft.com/office/drawing/2014/main" id="{995CC140-0DEE-9DF6-EBD7-D398F24211DE}"/>
                </a:ext>
              </a:extLst>
            </p:cNvPr>
            <p:cNvSpPr/>
            <p:nvPr/>
          </p:nvSpPr>
          <p:spPr>
            <a:xfrm flipH="1">
              <a:off x="4575788" y="4641028"/>
              <a:ext cx="254233" cy="253881"/>
            </a:xfrm>
            <a:custGeom>
              <a:avLst/>
              <a:gdLst/>
              <a:ahLst/>
              <a:cxnLst/>
              <a:rect l="l" t="t" r="r" b="b"/>
              <a:pathLst>
                <a:path w="723" h="722" extrusionOk="0">
                  <a:moveTo>
                    <a:pt x="361" y="241"/>
                  </a:moveTo>
                  <a:cubicBezTo>
                    <a:pt x="400" y="241"/>
                    <a:pt x="438" y="260"/>
                    <a:pt x="461" y="296"/>
                  </a:cubicBezTo>
                  <a:cubicBezTo>
                    <a:pt x="498" y="349"/>
                    <a:pt x="483" y="424"/>
                    <a:pt x="427" y="460"/>
                  </a:cubicBezTo>
                  <a:cubicBezTo>
                    <a:pt x="407" y="474"/>
                    <a:pt x="383" y="480"/>
                    <a:pt x="361" y="480"/>
                  </a:cubicBezTo>
                  <a:cubicBezTo>
                    <a:pt x="322" y="480"/>
                    <a:pt x="284" y="461"/>
                    <a:pt x="262" y="426"/>
                  </a:cubicBezTo>
                  <a:cubicBezTo>
                    <a:pt x="226" y="371"/>
                    <a:pt x="241" y="296"/>
                    <a:pt x="296" y="261"/>
                  </a:cubicBezTo>
                  <a:cubicBezTo>
                    <a:pt x="316" y="248"/>
                    <a:pt x="339" y="241"/>
                    <a:pt x="361" y="241"/>
                  </a:cubicBezTo>
                  <a:close/>
                  <a:moveTo>
                    <a:pt x="380" y="0"/>
                  </a:moveTo>
                  <a:cubicBezTo>
                    <a:pt x="376" y="0"/>
                    <a:pt x="371" y="0"/>
                    <a:pt x="367" y="2"/>
                  </a:cubicBezTo>
                  <a:cubicBezTo>
                    <a:pt x="365" y="4"/>
                    <a:pt x="361" y="9"/>
                    <a:pt x="361" y="13"/>
                  </a:cubicBezTo>
                  <a:lnTo>
                    <a:pt x="333" y="90"/>
                  </a:lnTo>
                  <a:cubicBezTo>
                    <a:pt x="318" y="92"/>
                    <a:pt x="303" y="94"/>
                    <a:pt x="288" y="99"/>
                  </a:cubicBezTo>
                  <a:lnTo>
                    <a:pt x="230" y="34"/>
                  </a:lnTo>
                  <a:cubicBezTo>
                    <a:pt x="226" y="31"/>
                    <a:pt x="222" y="29"/>
                    <a:pt x="218" y="29"/>
                  </a:cubicBezTo>
                  <a:cubicBezTo>
                    <a:pt x="215" y="29"/>
                    <a:pt x="211" y="30"/>
                    <a:pt x="209" y="32"/>
                  </a:cubicBezTo>
                  <a:lnTo>
                    <a:pt x="121" y="88"/>
                  </a:lnTo>
                  <a:cubicBezTo>
                    <a:pt x="114" y="94"/>
                    <a:pt x="112" y="101"/>
                    <a:pt x="114" y="109"/>
                  </a:cubicBezTo>
                  <a:cubicBezTo>
                    <a:pt x="123" y="137"/>
                    <a:pt x="138" y="163"/>
                    <a:pt x="151" y="188"/>
                  </a:cubicBezTo>
                  <a:cubicBezTo>
                    <a:pt x="140" y="201"/>
                    <a:pt x="131" y="214"/>
                    <a:pt x="125" y="227"/>
                  </a:cubicBezTo>
                  <a:lnTo>
                    <a:pt x="44" y="221"/>
                  </a:lnTo>
                  <a:cubicBezTo>
                    <a:pt x="37" y="221"/>
                    <a:pt x="33" y="221"/>
                    <a:pt x="31" y="223"/>
                  </a:cubicBezTo>
                  <a:cubicBezTo>
                    <a:pt x="16" y="233"/>
                    <a:pt x="1" y="323"/>
                    <a:pt x="1" y="343"/>
                  </a:cubicBezTo>
                  <a:cubicBezTo>
                    <a:pt x="1" y="347"/>
                    <a:pt x="1" y="351"/>
                    <a:pt x="3" y="356"/>
                  </a:cubicBezTo>
                  <a:cubicBezTo>
                    <a:pt x="5" y="358"/>
                    <a:pt x="9" y="360"/>
                    <a:pt x="14" y="362"/>
                  </a:cubicBezTo>
                  <a:cubicBezTo>
                    <a:pt x="39" y="368"/>
                    <a:pt x="65" y="379"/>
                    <a:pt x="91" y="388"/>
                  </a:cubicBezTo>
                  <a:cubicBezTo>
                    <a:pt x="91" y="403"/>
                    <a:pt x="95" y="420"/>
                    <a:pt x="99" y="435"/>
                  </a:cubicBezTo>
                  <a:lnTo>
                    <a:pt x="33" y="493"/>
                  </a:lnTo>
                  <a:cubicBezTo>
                    <a:pt x="29" y="497"/>
                    <a:pt x="29" y="508"/>
                    <a:pt x="31" y="514"/>
                  </a:cubicBezTo>
                  <a:lnTo>
                    <a:pt x="89" y="602"/>
                  </a:lnTo>
                  <a:cubicBezTo>
                    <a:pt x="92" y="607"/>
                    <a:pt x="97" y="609"/>
                    <a:pt x="104" y="609"/>
                  </a:cubicBezTo>
                  <a:cubicBezTo>
                    <a:pt x="106" y="609"/>
                    <a:pt x="108" y="609"/>
                    <a:pt x="110" y="608"/>
                  </a:cubicBezTo>
                  <a:lnTo>
                    <a:pt x="187" y="572"/>
                  </a:lnTo>
                  <a:cubicBezTo>
                    <a:pt x="200" y="583"/>
                    <a:pt x="215" y="591"/>
                    <a:pt x="230" y="600"/>
                  </a:cubicBezTo>
                  <a:cubicBezTo>
                    <a:pt x="228" y="628"/>
                    <a:pt x="226" y="653"/>
                    <a:pt x="224" y="681"/>
                  </a:cubicBezTo>
                  <a:cubicBezTo>
                    <a:pt x="224" y="683"/>
                    <a:pt x="224" y="688"/>
                    <a:pt x="226" y="692"/>
                  </a:cubicBezTo>
                  <a:cubicBezTo>
                    <a:pt x="228" y="694"/>
                    <a:pt x="230" y="696"/>
                    <a:pt x="234" y="698"/>
                  </a:cubicBezTo>
                  <a:cubicBezTo>
                    <a:pt x="266" y="711"/>
                    <a:pt x="309" y="718"/>
                    <a:pt x="341" y="722"/>
                  </a:cubicBezTo>
                  <a:cubicBezTo>
                    <a:pt x="348" y="722"/>
                    <a:pt x="352" y="722"/>
                    <a:pt x="354" y="720"/>
                  </a:cubicBezTo>
                  <a:cubicBezTo>
                    <a:pt x="358" y="718"/>
                    <a:pt x="361" y="713"/>
                    <a:pt x="363" y="709"/>
                  </a:cubicBezTo>
                  <a:lnTo>
                    <a:pt x="391" y="632"/>
                  </a:lnTo>
                  <a:cubicBezTo>
                    <a:pt x="406" y="630"/>
                    <a:pt x="421" y="628"/>
                    <a:pt x="436" y="623"/>
                  </a:cubicBezTo>
                  <a:lnTo>
                    <a:pt x="493" y="688"/>
                  </a:lnTo>
                  <a:cubicBezTo>
                    <a:pt x="496" y="691"/>
                    <a:pt x="500" y="693"/>
                    <a:pt x="505" y="693"/>
                  </a:cubicBezTo>
                  <a:cubicBezTo>
                    <a:pt x="508" y="693"/>
                    <a:pt x="512" y="692"/>
                    <a:pt x="515" y="690"/>
                  </a:cubicBezTo>
                  <a:lnTo>
                    <a:pt x="603" y="634"/>
                  </a:lnTo>
                  <a:cubicBezTo>
                    <a:pt x="609" y="630"/>
                    <a:pt x="611" y="621"/>
                    <a:pt x="609" y="613"/>
                  </a:cubicBezTo>
                  <a:cubicBezTo>
                    <a:pt x="601" y="585"/>
                    <a:pt x="586" y="559"/>
                    <a:pt x="573" y="533"/>
                  </a:cubicBezTo>
                  <a:cubicBezTo>
                    <a:pt x="581" y="520"/>
                    <a:pt x="592" y="508"/>
                    <a:pt x="598" y="495"/>
                  </a:cubicBezTo>
                  <a:lnTo>
                    <a:pt x="680" y="501"/>
                  </a:lnTo>
                  <a:cubicBezTo>
                    <a:pt x="684" y="501"/>
                    <a:pt x="688" y="501"/>
                    <a:pt x="693" y="499"/>
                  </a:cubicBezTo>
                  <a:cubicBezTo>
                    <a:pt x="705" y="488"/>
                    <a:pt x="720" y="396"/>
                    <a:pt x="723" y="379"/>
                  </a:cubicBezTo>
                  <a:cubicBezTo>
                    <a:pt x="723" y="375"/>
                    <a:pt x="723" y="371"/>
                    <a:pt x="720" y="366"/>
                  </a:cubicBezTo>
                  <a:cubicBezTo>
                    <a:pt x="718" y="364"/>
                    <a:pt x="714" y="362"/>
                    <a:pt x="710" y="360"/>
                  </a:cubicBezTo>
                  <a:cubicBezTo>
                    <a:pt x="684" y="351"/>
                    <a:pt x="658" y="345"/>
                    <a:pt x="633" y="334"/>
                  </a:cubicBezTo>
                  <a:cubicBezTo>
                    <a:pt x="630" y="317"/>
                    <a:pt x="628" y="302"/>
                    <a:pt x="624" y="287"/>
                  </a:cubicBezTo>
                  <a:lnTo>
                    <a:pt x="690" y="229"/>
                  </a:lnTo>
                  <a:cubicBezTo>
                    <a:pt x="695" y="225"/>
                    <a:pt x="695" y="214"/>
                    <a:pt x="690" y="208"/>
                  </a:cubicBezTo>
                  <a:lnTo>
                    <a:pt x="633" y="122"/>
                  </a:lnTo>
                  <a:cubicBezTo>
                    <a:pt x="629" y="116"/>
                    <a:pt x="624" y="113"/>
                    <a:pt x="618" y="113"/>
                  </a:cubicBezTo>
                  <a:cubicBezTo>
                    <a:pt x="617" y="113"/>
                    <a:pt x="615" y="113"/>
                    <a:pt x="613" y="114"/>
                  </a:cubicBezTo>
                  <a:lnTo>
                    <a:pt x="534" y="150"/>
                  </a:lnTo>
                  <a:cubicBezTo>
                    <a:pt x="521" y="139"/>
                    <a:pt x="508" y="131"/>
                    <a:pt x="493" y="122"/>
                  </a:cubicBezTo>
                  <a:cubicBezTo>
                    <a:pt x="493" y="94"/>
                    <a:pt x="498" y="69"/>
                    <a:pt x="500" y="43"/>
                  </a:cubicBezTo>
                  <a:cubicBezTo>
                    <a:pt x="500" y="39"/>
                    <a:pt x="498" y="34"/>
                    <a:pt x="496" y="30"/>
                  </a:cubicBezTo>
                  <a:cubicBezTo>
                    <a:pt x="493" y="28"/>
                    <a:pt x="491" y="26"/>
                    <a:pt x="487" y="24"/>
                  </a:cubicBezTo>
                  <a:cubicBezTo>
                    <a:pt x="457" y="13"/>
                    <a:pt x="412" y="4"/>
                    <a:pt x="380" y="0"/>
                  </a:cubicBezTo>
                  <a:close/>
                </a:path>
              </a:pathLst>
            </a:custGeom>
            <a:solidFill>
              <a:srgbClr val="0181FD"/>
            </a:solidFill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Google Shape;3353;p30">
              <a:extLst>
                <a:ext uri="{FF2B5EF4-FFF2-40B4-BE49-F238E27FC236}">
                  <a16:creationId xmlns:a16="http://schemas.microsoft.com/office/drawing/2014/main" id="{0450936A-3C0C-6EDF-C560-B7555E545099}"/>
                </a:ext>
              </a:extLst>
            </p:cNvPr>
            <p:cNvSpPr/>
            <p:nvPr/>
          </p:nvSpPr>
          <p:spPr>
            <a:xfrm flipH="1">
              <a:off x="4863427" y="4519011"/>
              <a:ext cx="264079" cy="22856"/>
            </a:xfrm>
            <a:custGeom>
              <a:avLst/>
              <a:gdLst/>
              <a:ahLst/>
              <a:cxnLst/>
              <a:rect l="l" t="t" r="r" b="b"/>
              <a:pathLst>
                <a:path w="751" h="65" extrusionOk="0">
                  <a:moveTo>
                    <a:pt x="1" y="0"/>
                  </a:moveTo>
                  <a:lnTo>
                    <a:pt x="1" y="64"/>
                  </a:lnTo>
                  <a:lnTo>
                    <a:pt x="750" y="64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" name="Google Shape;3354;p30">
              <a:extLst>
                <a:ext uri="{FF2B5EF4-FFF2-40B4-BE49-F238E27FC236}">
                  <a16:creationId xmlns:a16="http://schemas.microsoft.com/office/drawing/2014/main" id="{87C2E17D-9A1C-8F74-0557-44BDD4F1D559}"/>
                </a:ext>
              </a:extLst>
            </p:cNvPr>
            <p:cNvSpPr/>
            <p:nvPr/>
          </p:nvSpPr>
          <p:spPr>
            <a:xfrm flipH="1">
              <a:off x="4455176" y="3989447"/>
              <a:ext cx="760239" cy="530620"/>
            </a:xfrm>
            <a:custGeom>
              <a:avLst/>
              <a:gdLst/>
              <a:ahLst/>
              <a:cxnLst/>
              <a:rect l="l" t="t" r="r" b="b"/>
              <a:pathLst>
                <a:path w="2162" h="1509" extrusionOk="0">
                  <a:moveTo>
                    <a:pt x="0" y="0"/>
                  </a:moveTo>
                  <a:lnTo>
                    <a:pt x="0" y="1335"/>
                  </a:lnTo>
                  <a:cubicBezTo>
                    <a:pt x="0" y="1429"/>
                    <a:pt x="77" y="1508"/>
                    <a:pt x="174" y="1508"/>
                  </a:cubicBezTo>
                  <a:lnTo>
                    <a:pt x="1988" y="1508"/>
                  </a:lnTo>
                  <a:cubicBezTo>
                    <a:pt x="2084" y="1508"/>
                    <a:pt x="2161" y="1429"/>
                    <a:pt x="2161" y="1335"/>
                  </a:cubicBezTo>
                  <a:lnTo>
                    <a:pt x="216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Google Shape;3355;p30">
              <a:extLst>
                <a:ext uri="{FF2B5EF4-FFF2-40B4-BE49-F238E27FC236}">
                  <a16:creationId xmlns:a16="http://schemas.microsoft.com/office/drawing/2014/main" id="{0796467D-B050-BC20-13B7-0F3DE9DD6186}"/>
                </a:ext>
              </a:extLst>
            </p:cNvPr>
            <p:cNvSpPr/>
            <p:nvPr/>
          </p:nvSpPr>
          <p:spPr>
            <a:xfrm flipH="1">
              <a:off x="4455176" y="3989447"/>
              <a:ext cx="760239" cy="530620"/>
            </a:xfrm>
            <a:custGeom>
              <a:avLst/>
              <a:gdLst/>
              <a:ahLst/>
              <a:cxnLst/>
              <a:rect l="l" t="t" r="r" b="b"/>
              <a:pathLst>
                <a:path w="2162" h="1509" fill="none" extrusionOk="0">
                  <a:moveTo>
                    <a:pt x="2161" y="0"/>
                  </a:moveTo>
                  <a:lnTo>
                    <a:pt x="2161" y="1335"/>
                  </a:lnTo>
                  <a:cubicBezTo>
                    <a:pt x="2161" y="1429"/>
                    <a:pt x="2084" y="1508"/>
                    <a:pt x="1988" y="1508"/>
                  </a:cubicBezTo>
                  <a:lnTo>
                    <a:pt x="174" y="1508"/>
                  </a:lnTo>
                  <a:cubicBezTo>
                    <a:pt x="77" y="1508"/>
                    <a:pt x="0" y="1429"/>
                    <a:pt x="0" y="1335"/>
                  </a:cubicBez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Google Shape;3356;p30">
              <a:extLst>
                <a:ext uri="{FF2B5EF4-FFF2-40B4-BE49-F238E27FC236}">
                  <a16:creationId xmlns:a16="http://schemas.microsoft.com/office/drawing/2014/main" id="{2EF21773-BF8B-5C1B-B0BE-BD050C693ABA}"/>
                </a:ext>
              </a:extLst>
            </p:cNvPr>
            <p:cNvSpPr/>
            <p:nvPr/>
          </p:nvSpPr>
          <p:spPr>
            <a:xfrm flipH="1">
              <a:off x="4455176" y="3810112"/>
              <a:ext cx="760239" cy="179687"/>
            </a:xfrm>
            <a:custGeom>
              <a:avLst/>
              <a:gdLst/>
              <a:ahLst/>
              <a:cxnLst/>
              <a:rect l="l" t="t" r="r" b="b"/>
              <a:pathLst>
                <a:path w="2162" h="511" extrusionOk="0">
                  <a:moveTo>
                    <a:pt x="174" y="1"/>
                  </a:moveTo>
                  <a:cubicBezTo>
                    <a:pt x="77" y="1"/>
                    <a:pt x="0" y="80"/>
                    <a:pt x="0" y="174"/>
                  </a:cubicBezTo>
                  <a:lnTo>
                    <a:pt x="0" y="510"/>
                  </a:lnTo>
                  <a:lnTo>
                    <a:pt x="2161" y="510"/>
                  </a:lnTo>
                  <a:lnTo>
                    <a:pt x="2161" y="174"/>
                  </a:lnTo>
                  <a:cubicBezTo>
                    <a:pt x="2161" y="80"/>
                    <a:pt x="2084" y="1"/>
                    <a:pt x="1988" y="1"/>
                  </a:cubicBezTo>
                  <a:close/>
                </a:path>
              </a:pathLst>
            </a:custGeom>
            <a:solidFill>
              <a:srgbClr val="BABABA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Google Shape;3357;p30">
              <a:extLst>
                <a:ext uri="{FF2B5EF4-FFF2-40B4-BE49-F238E27FC236}">
                  <a16:creationId xmlns:a16="http://schemas.microsoft.com/office/drawing/2014/main" id="{06DB22DF-5AC0-D2B0-F8A5-6EB75AFA9FE1}"/>
                </a:ext>
              </a:extLst>
            </p:cNvPr>
            <p:cNvSpPr/>
            <p:nvPr/>
          </p:nvSpPr>
          <p:spPr>
            <a:xfrm flipH="1">
              <a:off x="5114144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Google Shape;3358;p30">
              <a:extLst>
                <a:ext uri="{FF2B5EF4-FFF2-40B4-BE49-F238E27FC236}">
                  <a16:creationId xmlns:a16="http://schemas.microsoft.com/office/drawing/2014/main" id="{4747C8B4-2F57-5387-EFD6-94FCCB5D918D}"/>
                </a:ext>
              </a:extLst>
            </p:cNvPr>
            <p:cNvSpPr/>
            <p:nvPr/>
          </p:nvSpPr>
          <p:spPr>
            <a:xfrm flipH="1">
              <a:off x="5114144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3359;p30">
              <a:extLst>
                <a:ext uri="{FF2B5EF4-FFF2-40B4-BE49-F238E27FC236}">
                  <a16:creationId xmlns:a16="http://schemas.microsoft.com/office/drawing/2014/main" id="{B85AF1DA-3611-6735-85C8-A147056EB2BC}"/>
                </a:ext>
              </a:extLst>
            </p:cNvPr>
            <p:cNvSpPr/>
            <p:nvPr/>
          </p:nvSpPr>
          <p:spPr>
            <a:xfrm flipH="1">
              <a:off x="5002675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3360;p30">
              <a:extLst>
                <a:ext uri="{FF2B5EF4-FFF2-40B4-BE49-F238E27FC236}">
                  <a16:creationId xmlns:a16="http://schemas.microsoft.com/office/drawing/2014/main" id="{EA599D74-1BC5-FB07-F368-E2E273FD75BA}"/>
                </a:ext>
              </a:extLst>
            </p:cNvPr>
            <p:cNvSpPr/>
            <p:nvPr/>
          </p:nvSpPr>
          <p:spPr>
            <a:xfrm flipH="1">
              <a:off x="5002675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" name="Google Shape;3361;p30">
              <a:extLst>
                <a:ext uri="{FF2B5EF4-FFF2-40B4-BE49-F238E27FC236}">
                  <a16:creationId xmlns:a16="http://schemas.microsoft.com/office/drawing/2014/main" id="{7F300F0D-4A04-EE0D-9542-FE38318773D1}"/>
                </a:ext>
              </a:extLst>
            </p:cNvPr>
            <p:cNvSpPr/>
            <p:nvPr/>
          </p:nvSpPr>
          <p:spPr>
            <a:xfrm flipH="1">
              <a:off x="489120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3362;p30">
              <a:extLst>
                <a:ext uri="{FF2B5EF4-FFF2-40B4-BE49-F238E27FC236}">
                  <a16:creationId xmlns:a16="http://schemas.microsoft.com/office/drawing/2014/main" id="{13DB8288-6A40-1EDA-0801-19C646602C07}"/>
                </a:ext>
              </a:extLst>
            </p:cNvPr>
            <p:cNvSpPr/>
            <p:nvPr/>
          </p:nvSpPr>
          <p:spPr>
            <a:xfrm flipH="1">
              <a:off x="489120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3363;p30">
              <a:extLst>
                <a:ext uri="{FF2B5EF4-FFF2-40B4-BE49-F238E27FC236}">
                  <a16:creationId xmlns:a16="http://schemas.microsoft.com/office/drawing/2014/main" id="{EFFB7A51-38DB-1387-32F3-FBFBCF8CE0A0}"/>
                </a:ext>
              </a:extLst>
            </p:cNvPr>
            <p:cNvSpPr/>
            <p:nvPr/>
          </p:nvSpPr>
          <p:spPr>
            <a:xfrm flipH="1">
              <a:off x="477973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Google Shape;3364;p30">
              <a:extLst>
                <a:ext uri="{FF2B5EF4-FFF2-40B4-BE49-F238E27FC236}">
                  <a16:creationId xmlns:a16="http://schemas.microsoft.com/office/drawing/2014/main" id="{BD0FC191-2741-794E-0E85-BC995B5234BA}"/>
                </a:ext>
              </a:extLst>
            </p:cNvPr>
            <p:cNvSpPr/>
            <p:nvPr/>
          </p:nvSpPr>
          <p:spPr>
            <a:xfrm flipH="1">
              <a:off x="477973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" name="Google Shape;3365;p30">
              <a:extLst>
                <a:ext uri="{FF2B5EF4-FFF2-40B4-BE49-F238E27FC236}">
                  <a16:creationId xmlns:a16="http://schemas.microsoft.com/office/drawing/2014/main" id="{32A21A30-09FA-6548-0465-ECA47DE6E2C1}"/>
                </a:ext>
              </a:extLst>
            </p:cNvPr>
            <p:cNvSpPr/>
            <p:nvPr/>
          </p:nvSpPr>
          <p:spPr>
            <a:xfrm flipH="1">
              <a:off x="4668269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Google Shape;3366;p30">
              <a:extLst>
                <a:ext uri="{FF2B5EF4-FFF2-40B4-BE49-F238E27FC236}">
                  <a16:creationId xmlns:a16="http://schemas.microsoft.com/office/drawing/2014/main" id="{EB53E784-D503-99F4-7A42-B76E1C69FF20}"/>
                </a:ext>
              </a:extLst>
            </p:cNvPr>
            <p:cNvSpPr/>
            <p:nvPr/>
          </p:nvSpPr>
          <p:spPr>
            <a:xfrm flipH="1">
              <a:off x="4668269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Google Shape;3367;p30">
              <a:extLst>
                <a:ext uri="{FF2B5EF4-FFF2-40B4-BE49-F238E27FC236}">
                  <a16:creationId xmlns:a16="http://schemas.microsoft.com/office/drawing/2014/main" id="{1E81A84C-799E-4976-290A-BC60CBD0D1E7}"/>
                </a:ext>
              </a:extLst>
            </p:cNvPr>
            <p:cNvSpPr/>
            <p:nvPr/>
          </p:nvSpPr>
          <p:spPr>
            <a:xfrm flipH="1">
              <a:off x="455609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" name="Google Shape;3368;p30">
              <a:extLst>
                <a:ext uri="{FF2B5EF4-FFF2-40B4-BE49-F238E27FC236}">
                  <a16:creationId xmlns:a16="http://schemas.microsoft.com/office/drawing/2014/main" id="{92A9C5DE-8DA6-F512-E71F-4F8D05D041DB}"/>
                </a:ext>
              </a:extLst>
            </p:cNvPr>
            <p:cNvSpPr/>
            <p:nvPr/>
          </p:nvSpPr>
          <p:spPr>
            <a:xfrm flipH="1">
              <a:off x="455609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" name="Google Shape;3369;p30">
              <a:extLst>
                <a:ext uri="{FF2B5EF4-FFF2-40B4-BE49-F238E27FC236}">
                  <a16:creationId xmlns:a16="http://schemas.microsoft.com/office/drawing/2014/main" id="{6ADF8D20-89DE-596A-D117-F94D3F472FD7}"/>
                </a:ext>
              </a:extLst>
            </p:cNvPr>
            <p:cNvSpPr/>
            <p:nvPr/>
          </p:nvSpPr>
          <p:spPr>
            <a:xfrm flipH="1">
              <a:off x="4726289" y="4417036"/>
              <a:ext cx="218015" cy="41141"/>
            </a:xfrm>
            <a:custGeom>
              <a:avLst/>
              <a:gdLst/>
              <a:ahLst/>
              <a:cxnLst/>
              <a:rect l="l" t="t" r="r" b="b"/>
              <a:pathLst>
                <a:path w="620" h="117" extrusionOk="0">
                  <a:moveTo>
                    <a:pt x="58" y="1"/>
                  </a:moveTo>
                  <a:cubicBezTo>
                    <a:pt x="26" y="1"/>
                    <a:pt x="0" y="29"/>
                    <a:pt x="0" y="59"/>
                  </a:cubicBezTo>
                  <a:cubicBezTo>
                    <a:pt x="0" y="91"/>
                    <a:pt x="26" y="117"/>
                    <a:pt x="58" y="117"/>
                  </a:cubicBezTo>
                  <a:lnTo>
                    <a:pt x="561" y="117"/>
                  </a:lnTo>
                  <a:cubicBezTo>
                    <a:pt x="591" y="117"/>
                    <a:pt x="619" y="91"/>
                    <a:pt x="619" y="59"/>
                  </a:cubicBezTo>
                  <a:cubicBezTo>
                    <a:pt x="619" y="29"/>
                    <a:pt x="591" y="1"/>
                    <a:pt x="561" y="1"/>
                  </a:cubicBez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Google Shape;3370;p30">
              <a:extLst>
                <a:ext uri="{FF2B5EF4-FFF2-40B4-BE49-F238E27FC236}">
                  <a16:creationId xmlns:a16="http://schemas.microsoft.com/office/drawing/2014/main" id="{8816D0A0-1F18-1BC8-A58E-BB8481DC4E87}"/>
                </a:ext>
              </a:extLst>
            </p:cNvPr>
            <p:cNvSpPr/>
            <p:nvPr/>
          </p:nvSpPr>
          <p:spPr>
            <a:xfrm rot="10800000" flipH="1">
              <a:off x="396101" y="338758"/>
              <a:ext cx="803841" cy="693428"/>
            </a:xfrm>
            <a:custGeom>
              <a:avLst/>
              <a:gdLst/>
              <a:ahLst/>
              <a:cxnLst/>
              <a:rect l="l" t="t" r="r" b="b"/>
              <a:pathLst>
                <a:path w="2286" h="1972" extrusionOk="0">
                  <a:moveTo>
                    <a:pt x="321" y="1"/>
                  </a:moveTo>
                  <a:cubicBezTo>
                    <a:pt x="144" y="1"/>
                    <a:pt x="0" y="146"/>
                    <a:pt x="0" y="322"/>
                  </a:cubicBezTo>
                  <a:lnTo>
                    <a:pt x="0" y="1650"/>
                  </a:lnTo>
                  <a:cubicBezTo>
                    <a:pt x="0" y="1825"/>
                    <a:pt x="144" y="1971"/>
                    <a:pt x="321" y="1971"/>
                  </a:cubicBezTo>
                  <a:lnTo>
                    <a:pt x="1964" y="1971"/>
                  </a:lnTo>
                  <a:cubicBezTo>
                    <a:pt x="2140" y="1971"/>
                    <a:pt x="2285" y="1825"/>
                    <a:pt x="2285" y="1650"/>
                  </a:cubicBezTo>
                  <a:lnTo>
                    <a:pt x="2285" y="322"/>
                  </a:lnTo>
                  <a:cubicBezTo>
                    <a:pt x="2285" y="146"/>
                    <a:pt x="2140" y="1"/>
                    <a:pt x="1964" y="1"/>
                  </a:cubicBezTo>
                  <a:close/>
                </a:path>
              </a:pathLst>
            </a:custGeom>
            <a:solidFill>
              <a:srgbClr val="B1371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" name="Google Shape;3371;p30">
              <a:extLst>
                <a:ext uri="{FF2B5EF4-FFF2-40B4-BE49-F238E27FC236}">
                  <a16:creationId xmlns:a16="http://schemas.microsoft.com/office/drawing/2014/main" id="{32A8106D-2F0D-E0B0-2D51-606857A4C50A}"/>
                </a:ext>
              </a:extLst>
            </p:cNvPr>
            <p:cNvSpPr/>
            <p:nvPr/>
          </p:nvSpPr>
          <p:spPr>
            <a:xfrm rot="10800000" flipH="1">
              <a:off x="698333" y="478322"/>
              <a:ext cx="257749" cy="381877"/>
            </a:xfrm>
            <a:custGeom>
              <a:avLst/>
              <a:gdLst/>
              <a:ahLst/>
              <a:cxnLst/>
              <a:rect l="l" t="t" r="r" b="b"/>
              <a:pathLst>
                <a:path w="733" h="1086" extrusionOk="0">
                  <a:moveTo>
                    <a:pt x="71" y="1"/>
                  </a:moveTo>
                  <a:cubicBezTo>
                    <a:pt x="35" y="1"/>
                    <a:pt x="0" y="29"/>
                    <a:pt x="0" y="72"/>
                  </a:cubicBezTo>
                  <a:lnTo>
                    <a:pt x="0" y="1016"/>
                  </a:lnTo>
                  <a:cubicBezTo>
                    <a:pt x="0" y="1057"/>
                    <a:pt x="34" y="1085"/>
                    <a:pt x="70" y="1085"/>
                  </a:cubicBezTo>
                  <a:cubicBezTo>
                    <a:pt x="85" y="1085"/>
                    <a:pt x="100" y="1080"/>
                    <a:pt x="114" y="1070"/>
                  </a:cubicBezTo>
                  <a:lnTo>
                    <a:pt x="698" y="596"/>
                  </a:lnTo>
                  <a:cubicBezTo>
                    <a:pt x="733" y="569"/>
                    <a:pt x="733" y="517"/>
                    <a:pt x="698" y="489"/>
                  </a:cubicBezTo>
                  <a:lnTo>
                    <a:pt x="114" y="16"/>
                  </a:lnTo>
                  <a:cubicBezTo>
                    <a:pt x="101" y="5"/>
                    <a:pt x="85" y="1"/>
                    <a:pt x="7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" name="Google Shape;3372;p30">
              <a:extLst>
                <a:ext uri="{FF2B5EF4-FFF2-40B4-BE49-F238E27FC236}">
                  <a16:creationId xmlns:a16="http://schemas.microsoft.com/office/drawing/2014/main" id="{7E0E120E-2660-AEEE-C9B2-6DD69D16B99A}"/>
                </a:ext>
              </a:extLst>
            </p:cNvPr>
            <p:cNvSpPr/>
            <p:nvPr/>
          </p:nvSpPr>
          <p:spPr>
            <a:xfrm flipH="1">
              <a:off x="305381" y="2119493"/>
              <a:ext cx="75601" cy="1040493"/>
            </a:xfrm>
            <a:custGeom>
              <a:avLst/>
              <a:gdLst/>
              <a:ahLst/>
              <a:cxnLst/>
              <a:rect l="l" t="t" r="r" b="b"/>
              <a:pathLst>
                <a:path w="215" h="2959" fill="none" extrusionOk="0">
                  <a:moveTo>
                    <a:pt x="214" y="2959"/>
                  </a:moveTo>
                  <a:lnTo>
                    <a:pt x="214" y="866"/>
                  </a:lnTo>
                  <a:cubicBezTo>
                    <a:pt x="214" y="564"/>
                    <a:pt x="142" y="269"/>
                    <a:pt x="0" y="1"/>
                  </a:cubicBez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Google Shape;3373;p30">
              <a:extLst>
                <a:ext uri="{FF2B5EF4-FFF2-40B4-BE49-F238E27FC236}">
                  <a16:creationId xmlns:a16="http://schemas.microsoft.com/office/drawing/2014/main" id="{DCB63065-FA03-29E4-BCFD-5D0EDF3CD3DD}"/>
                </a:ext>
              </a:extLst>
            </p:cNvPr>
            <p:cNvSpPr/>
            <p:nvPr/>
          </p:nvSpPr>
          <p:spPr>
            <a:xfrm flipH="1">
              <a:off x="-20588" y="3078404"/>
              <a:ext cx="652287" cy="141709"/>
            </a:xfrm>
            <a:custGeom>
              <a:avLst/>
              <a:gdLst/>
              <a:ahLst/>
              <a:cxnLst/>
              <a:rect l="l" t="t" r="r" b="b"/>
              <a:pathLst>
                <a:path w="1855" h="403" extrusionOk="0">
                  <a:moveTo>
                    <a:pt x="73" y="0"/>
                  </a:moveTo>
                  <a:cubicBezTo>
                    <a:pt x="32" y="0"/>
                    <a:pt x="0" y="32"/>
                    <a:pt x="0" y="75"/>
                  </a:cubicBezTo>
                  <a:lnTo>
                    <a:pt x="0" y="330"/>
                  </a:lnTo>
                  <a:cubicBezTo>
                    <a:pt x="0" y="371"/>
                    <a:pt x="32" y="403"/>
                    <a:pt x="73" y="403"/>
                  </a:cubicBezTo>
                  <a:lnTo>
                    <a:pt x="1782" y="403"/>
                  </a:lnTo>
                  <a:cubicBezTo>
                    <a:pt x="1823" y="403"/>
                    <a:pt x="1855" y="371"/>
                    <a:pt x="1855" y="330"/>
                  </a:cubicBezTo>
                  <a:lnTo>
                    <a:pt x="1855" y="75"/>
                  </a:lnTo>
                  <a:cubicBezTo>
                    <a:pt x="1855" y="35"/>
                    <a:pt x="1823" y="0"/>
                    <a:pt x="1782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" name="Google Shape;3374;p30">
              <a:extLst>
                <a:ext uri="{FF2B5EF4-FFF2-40B4-BE49-F238E27FC236}">
                  <a16:creationId xmlns:a16="http://schemas.microsoft.com/office/drawing/2014/main" id="{51706516-CEF8-91E4-6D46-19E8FDE7F4E5}"/>
                </a:ext>
              </a:extLst>
            </p:cNvPr>
            <p:cNvSpPr/>
            <p:nvPr/>
          </p:nvSpPr>
          <p:spPr>
            <a:xfrm flipH="1">
              <a:off x="45520" y="3219762"/>
              <a:ext cx="520071" cy="354449"/>
            </a:xfrm>
            <a:custGeom>
              <a:avLst/>
              <a:gdLst/>
              <a:ahLst/>
              <a:cxnLst/>
              <a:rect l="l" t="t" r="r" b="b"/>
              <a:pathLst>
                <a:path w="1479" h="1008" extrusionOk="0">
                  <a:moveTo>
                    <a:pt x="1" y="1"/>
                  </a:moveTo>
                  <a:lnTo>
                    <a:pt x="35" y="316"/>
                  </a:lnTo>
                  <a:lnTo>
                    <a:pt x="99" y="888"/>
                  </a:lnTo>
                  <a:cubicBezTo>
                    <a:pt x="105" y="956"/>
                    <a:pt x="163" y="1008"/>
                    <a:pt x="232" y="1008"/>
                  </a:cubicBezTo>
                  <a:lnTo>
                    <a:pt x="1247" y="1008"/>
                  </a:lnTo>
                  <a:cubicBezTo>
                    <a:pt x="1316" y="1008"/>
                    <a:pt x="1373" y="956"/>
                    <a:pt x="1380" y="888"/>
                  </a:cubicBezTo>
                  <a:lnTo>
                    <a:pt x="1478" y="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Google Shape;3375;p30">
              <a:extLst>
                <a:ext uri="{FF2B5EF4-FFF2-40B4-BE49-F238E27FC236}">
                  <a16:creationId xmlns:a16="http://schemas.microsoft.com/office/drawing/2014/main" id="{008F81A0-22D2-6AF3-B41A-08BABC3406DF}"/>
                </a:ext>
              </a:extLst>
            </p:cNvPr>
            <p:cNvSpPr/>
            <p:nvPr/>
          </p:nvSpPr>
          <p:spPr>
            <a:xfrm flipH="1">
              <a:off x="-284315" y="2102262"/>
              <a:ext cx="610441" cy="211333"/>
            </a:xfrm>
            <a:custGeom>
              <a:avLst/>
              <a:gdLst/>
              <a:ahLst/>
              <a:cxnLst/>
              <a:rect l="l" t="t" r="r" b="b"/>
              <a:pathLst>
                <a:path w="1736" h="601" extrusionOk="0">
                  <a:moveTo>
                    <a:pt x="861" y="1"/>
                  </a:moveTo>
                  <a:cubicBezTo>
                    <a:pt x="540" y="1"/>
                    <a:pt x="209" y="145"/>
                    <a:pt x="1" y="382"/>
                  </a:cubicBezTo>
                  <a:cubicBezTo>
                    <a:pt x="44" y="363"/>
                    <a:pt x="90" y="355"/>
                    <a:pt x="136" y="355"/>
                  </a:cubicBezTo>
                  <a:cubicBezTo>
                    <a:pt x="207" y="355"/>
                    <a:pt x="279" y="374"/>
                    <a:pt x="345" y="401"/>
                  </a:cubicBezTo>
                  <a:cubicBezTo>
                    <a:pt x="457" y="444"/>
                    <a:pt x="557" y="510"/>
                    <a:pt x="669" y="551"/>
                  </a:cubicBezTo>
                  <a:cubicBezTo>
                    <a:pt x="758" y="584"/>
                    <a:pt x="854" y="600"/>
                    <a:pt x="950" y="600"/>
                  </a:cubicBezTo>
                  <a:cubicBezTo>
                    <a:pt x="1067" y="600"/>
                    <a:pt x="1184" y="576"/>
                    <a:pt x="1290" y="527"/>
                  </a:cubicBezTo>
                  <a:cubicBezTo>
                    <a:pt x="1483" y="437"/>
                    <a:pt x="1660" y="262"/>
                    <a:pt x="1735" y="63"/>
                  </a:cubicBezTo>
                  <a:lnTo>
                    <a:pt x="1735" y="63"/>
                  </a:lnTo>
                  <a:cubicBezTo>
                    <a:pt x="1677" y="113"/>
                    <a:pt x="1600" y="133"/>
                    <a:pt x="1522" y="133"/>
                  </a:cubicBezTo>
                  <a:cubicBezTo>
                    <a:pt x="1491" y="133"/>
                    <a:pt x="1461" y="130"/>
                    <a:pt x="1431" y="125"/>
                  </a:cubicBezTo>
                  <a:cubicBezTo>
                    <a:pt x="1324" y="106"/>
                    <a:pt x="1226" y="63"/>
                    <a:pt x="1121" y="35"/>
                  </a:cubicBezTo>
                  <a:cubicBezTo>
                    <a:pt x="1037" y="12"/>
                    <a:pt x="949" y="1"/>
                    <a:pt x="861" y="1"/>
                  </a:cubicBezTo>
                  <a:close/>
                </a:path>
              </a:pathLst>
            </a:custGeom>
            <a:solidFill>
              <a:srgbClr val="FEBA63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" name="Google Shape;3376;p30">
              <a:extLst>
                <a:ext uri="{FF2B5EF4-FFF2-40B4-BE49-F238E27FC236}">
                  <a16:creationId xmlns:a16="http://schemas.microsoft.com/office/drawing/2014/main" id="{33072C7C-4431-A2B4-D3A8-436AF492AA3C}"/>
                </a:ext>
              </a:extLst>
            </p:cNvPr>
            <p:cNvSpPr/>
            <p:nvPr/>
          </p:nvSpPr>
          <p:spPr>
            <a:xfrm flipH="1">
              <a:off x="-438683" y="2538292"/>
              <a:ext cx="744415" cy="252124"/>
            </a:xfrm>
            <a:custGeom>
              <a:avLst/>
              <a:gdLst/>
              <a:ahLst/>
              <a:cxnLst/>
              <a:rect l="l" t="t" r="r" b="b"/>
              <a:pathLst>
                <a:path w="2117" h="717" extrusionOk="0">
                  <a:moveTo>
                    <a:pt x="2086" y="1"/>
                  </a:moveTo>
                  <a:lnTo>
                    <a:pt x="2086" y="1"/>
                  </a:lnTo>
                  <a:cubicBezTo>
                    <a:pt x="2067" y="91"/>
                    <a:pt x="2001" y="172"/>
                    <a:pt x="1919" y="213"/>
                  </a:cubicBezTo>
                  <a:cubicBezTo>
                    <a:pt x="1849" y="248"/>
                    <a:pt x="1769" y="261"/>
                    <a:pt x="1689" y="261"/>
                  </a:cubicBezTo>
                  <a:cubicBezTo>
                    <a:pt x="1676" y="261"/>
                    <a:pt x="1664" y="260"/>
                    <a:pt x="1652" y="260"/>
                  </a:cubicBezTo>
                  <a:cubicBezTo>
                    <a:pt x="1427" y="251"/>
                    <a:pt x="1213" y="161"/>
                    <a:pt x="988" y="148"/>
                  </a:cubicBezTo>
                  <a:cubicBezTo>
                    <a:pt x="969" y="147"/>
                    <a:pt x="950" y="147"/>
                    <a:pt x="930" y="147"/>
                  </a:cubicBezTo>
                  <a:cubicBezTo>
                    <a:pt x="563" y="147"/>
                    <a:pt x="210" y="359"/>
                    <a:pt x="0" y="662"/>
                  </a:cubicBezTo>
                  <a:cubicBezTo>
                    <a:pt x="81" y="577"/>
                    <a:pt x="172" y="533"/>
                    <a:pt x="275" y="533"/>
                  </a:cubicBezTo>
                  <a:cubicBezTo>
                    <a:pt x="290" y="533"/>
                    <a:pt x="306" y="534"/>
                    <a:pt x="322" y="536"/>
                  </a:cubicBezTo>
                  <a:cubicBezTo>
                    <a:pt x="442" y="551"/>
                    <a:pt x="553" y="607"/>
                    <a:pt x="669" y="647"/>
                  </a:cubicBezTo>
                  <a:cubicBezTo>
                    <a:pt x="803" y="694"/>
                    <a:pt x="945" y="716"/>
                    <a:pt x="1087" y="716"/>
                  </a:cubicBezTo>
                  <a:cubicBezTo>
                    <a:pt x="1360" y="716"/>
                    <a:pt x="1634" y="633"/>
                    <a:pt x="1855" y="474"/>
                  </a:cubicBezTo>
                  <a:cubicBezTo>
                    <a:pt x="1932" y="418"/>
                    <a:pt x="2003" y="354"/>
                    <a:pt x="2050" y="273"/>
                  </a:cubicBezTo>
                  <a:cubicBezTo>
                    <a:pt x="2097" y="191"/>
                    <a:pt x="2116" y="91"/>
                    <a:pt x="2086" y="1"/>
                  </a:cubicBezTo>
                  <a:close/>
                </a:path>
              </a:pathLst>
            </a:custGeom>
            <a:solidFill>
              <a:srgbClr val="FEBA63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" name="Google Shape;3377;p30">
              <a:extLst>
                <a:ext uri="{FF2B5EF4-FFF2-40B4-BE49-F238E27FC236}">
                  <a16:creationId xmlns:a16="http://schemas.microsoft.com/office/drawing/2014/main" id="{03E58B0A-CBC8-64F9-1A6A-7E47858CB77C}"/>
                </a:ext>
              </a:extLst>
            </p:cNvPr>
            <p:cNvSpPr/>
            <p:nvPr/>
          </p:nvSpPr>
          <p:spPr>
            <a:xfrm flipH="1">
              <a:off x="495966" y="2442646"/>
              <a:ext cx="652637" cy="199027"/>
            </a:xfrm>
            <a:custGeom>
              <a:avLst/>
              <a:gdLst/>
              <a:ahLst/>
              <a:cxnLst/>
              <a:rect l="l" t="t" r="r" b="b"/>
              <a:pathLst>
                <a:path w="1856" h="566" extrusionOk="0">
                  <a:moveTo>
                    <a:pt x="1856" y="178"/>
                  </a:moveTo>
                  <a:cubicBezTo>
                    <a:pt x="1825" y="189"/>
                    <a:pt x="1796" y="204"/>
                    <a:pt x="1767" y="221"/>
                  </a:cubicBezTo>
                  <a:lnTo>
                    <a:pt x="1767" y="221"/>
                  </a:lnTo>
                  <a:cubicBezTo>
                    <a:pt x="1768" y="221"/>
                    <a:pt x="1768" y="221"/>
                    <a:pt x="1768" y="221"/>
                  </a:cubicBezTo>
                  <a:lnTo>
                    <a:pt x="1856" y="178"/>
                  </a:ln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78" y="151"/>
                    <a:pt x="159" y="307"/>
                    <a:pt x="292" y="408"/>
                  </a:cubicBezTo>
                  <a:cubicBezTo>
                    <a:pt x="388" y="483"/>
                    <a:pt x="506" y="521"/>
                    <a:pt x="626" y="545"/>
                  </a:cubicBezTo>
                  <a:cubicBezTo>
                    <a:pt x="702" y="559"/>
                    <a:pt x="779" y="565"/>
                    <a:pt x="856" y="565"/>
                  </a:cubicBezTo>
                  <a:cubicBezTo>
                    <a:pt x="1111" y="565"/>
                    <a:pt x="1366" y="491"/>
                    <a:pt x="1579" y="350"/>
                  </a:cubicBezTo>
                  <a:cubicBezTo>
                    <a:pt x="1642" y="308"/>
                    <a:pt x="1703" y="259"/>
                    <a:pt x="1767" y="221"/>
                  </a:cubicBezTo>
                  <a:lnTo>
                    <a:pt x="1767" y="221"/>
                  </a:lnTo>
                  <a:cubicBezTo>
                    <a:pt x="1691" y="77"/>
                    <a:pt x="1508" y="8"/>
                    <a:pt x="1336" y="8"/>
                  </a:cubicBezTo>
                  <a:cubicBezTo>
                    <a:pt x="1295" y="8"/>
                    <a:pt x="1255" y="12"/>
                    <a:pt x="1217" y="20"/>
                  </a:cubicBezTo>
                  <a:cubicBezTo>
                    <a:pt x="1022" y="61"/>
                    <a:pt x="843" y="159"/>
                    <a:pt x="643" y="187"/>
                  </a:cubicBezTo>
                  <a:cubicBezTo>
                    <a:pt x="603" y="193"/>
                    <a:pt x="563" y="195"/>
                    <a:pt x="523" y="195"/>
                  </a:cubicBezTo>
                  <a:cubicBezTo>
                    <a:pt x="332" y="195"/>
                    <a:pt x="144" y="132"/>
                    <a:pt x="1" y="1"/>
                  </a:cubicBezTo>
                  <a:close/>
                </a:path>
              </a:pathLst>
            </a:custGeom>
            <a:solidFill>
              <a:srgbClr val="FEBA6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" name="Google Shape;3378;p30">
              <a:extLst>
                <a:ext uri="{FF2B5EF4-FFF2-40B4-BE49-F238E27FC236}">
                  <a16:creationId xmlns:a16="http://schemas.microsoft.com/office/drawing/2014/main" id="{19FBAE82-1A14-8B3B-B08E-EBB1ACBD45EB}"/>
                </a:ext>
              </a:extLst>
            </p:cNvPr>
            <p:cNvSpPr/>
            <p:nvPr/>
          </p:nvSpPr>
          <p:spPr>
            <a:xfrm flipH="1">
              <a:off x="495966" y="2435262"/>
              <a:ext cx="652637" cy="220124"/>
            </a:xfrm>
            <a:custGeom>
              <a:avLst/>
              <a:gdLst/>
              <a:ahLst/>
              <a:cxnLst/>
              <a:rect l="l" t="t" r="r" b="b"/>
              <a:pathLst>
                <a:path w="1856" h="626" fill="none" extrusionOk="0">
                  <a:moveTo>
                    <a:pt x="1856" y="199"/>
                  </a:moveTo>
                  <a:cubicBezTo>
                    <a:pt x="1755" y="236"/>
                    <a:pt x="1669" y="311"/>
                    <a:pt x="1579" y="371"/>
                  </a:cubicBezTo>
                  <a:cubicBezTo>
                    <a:pt x="1301" y="555"/>
                    <a:pt x="952" y="626"/>
                    <a:pt x="626" y="566"/>
                  </a:cubicBezTo>
                  <a:cubicBezTo>
                    <a:pt x="506" y="542"/>
                    <a:pt x="388" y="504"/>
                    <a:pt x="292" y="429"/>
                  </a:cubicBezTo>
                  <a:cubicBezTo>
                    <a:pt x="159" y="328"/>
                    <a:pt x="78" y="172"/>
                    <a:pt x="1" y="22"/>
                  </a:cubicBezTo>
                  <a:cubicBezTo>
                    <a:pt x="174" y="180"/>
                    <a:pt x="412" y="240"/>
                    <a:pt x="643" y="208"/>
                  </a:cubicBezTo>
                  <a:cubicBezTo>
                    <a:pt x="843" y="180"/>
                    <a:pt x="1022" y="82"/>
                    <a:pt x="1217" y="41"/>
                  </a:cubicBezTo>
                  <a:cubicBezTo>
                    <a:pt x="1414" y="0"/>
                    <a:pt x="1674" y="64"/>
                    <a:pt x="1768" y="24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" name="Google Shape;3379;p30">
              <a:extLst>
                <a:ext uri="{FF2B5EF4-FFF2-40B4-BE49-F238E27FC236}">
                  <a16:creationId xmlns:a16="http://schemas.microsoft.com/office/drawing/2014/main" id="{549D48D3-77DE-95F8-E3D1-9095745145D3}"/>
                </a:ext>
              </a:extLst>
            </p:cNvPr>
            <p:cNvSpPr/>
            <p:nvPr/>
          </p:nvSpPr>
          <p:spPr>
            <a:xfrm flipH="1">
              <a:off x="306082" y="2481678"/>
              <a:ext cx="190236" cy="60129"/>
            </a:xfrm>
            <a:custGeom>
              <a:avLst/>
              <a:gdLst/>
              <a:ahLst/>
              <a:cxnLst/>
              <a:rect l="l" t="t" r="r" b="b"/>
              <a:pathLst>
                <a:path w="541" h="171" fill="none" extrusionOk="0">
                  <a:moveTo>
                    <a:pt x="540" y="170"/>
                  </a:moveTo>
                  <a:cubicBezTo>
                    <a:pt x="386" y="57"/>
                    <a:pt x="180" y="1"/>
                    <a:pt x="1" y="67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" name="Google Shape;3380;p30">
              <a:extLst>
                <a:ext uri="{FF2B5EF4-FFF2-40B4-BE49-F238E27FC236}">
                  <a16:creationId xmlns:a16="http://schemas.microsoft.com/office/drawing/2014/main" id="{091F2DC8-56EC-53EC-9DD8-9852409EFDF2}"/>
                </a:ext>
              </a:extLst>
            </p:cNvPr>
            <p:cNvSpPr/>
            <p:nvPr/>
          </p:nvSpPr>
          <p:spPr>
            <a:xfrm flipH="1">
              <a:off x="347576" y="1601533"/>
              <a:ext cx="394888" cy="522884"/>
            </a:xfrm>
            <a:custGeom>
              <a:avLst/>
              <a:gdLst/>
              <a:ahLst/>
              <a:cxnLst/>
              <a:rect l="l" t="t" r="r" b="b"/>
              <a:pathLst>
                <a:path w="1123" h="1487" extrusionOk="0">
                  <a:moveTo>
                    <a:pt x="37" y="0"/>
                  </a:moveTo>
                  <a:lnTo>
                    <a:pt x="37" y="0"/>
                  </a:lnTo>
                  <a:cubicBezTo>
                    <a:pt x="17" y="249"/>
                    <a:pt x="0" y="499"/>
                    <a:pt x="49" y="743"/>
                  </a:cubicBezTo>
                  <a:cubicBezTo>
                    <a:pt x="99" y="988"/>
                    <a:pt x="225" y="1225"/>
                    <a:pt x="439" y="1354"/>
                  </a:cubicBezTo>
                  <a:cubicBezTo>
                    <a:pt x="613" y="1459"/>
                    <a:pt x="825" y="1478"/>
                    <a:pt x="1028" y="1487"/>
                  </a:cubicBezTo>
                  <a:cubicBezTo>
                    <a:pt x="1069" y="1270"/>
                    <a:pt x="1123" y="990"/>
                    <a:pt x="1003" y="806"/>
                  </a:cubicBezTo>
                  <a:cubicBezTo>
                    <a:pt x="934" y="699"/>
                    <a:pt x="823" y="628"/>
                    <a:pt x="718" y="559"/>
                  </a:cubicBezTo>
                  <a:cubicBezTo>
                    <a:pt x="570" y="467"/>
                    <a:pt x="424" y="375"/>
                    <a:pt x="277" y="281"/>
                  </a:cubicBezTo>
                  <a:cubicBezTo>
                    <a:pt x="172" y="214"/>
                    <a:pt x="54" y="125"/>
                    <a:pt x="37" y="0"/>
                  </a:cubicBezTo>
                  <a:close/>
                </a:path>
              </a:pathLst>
            </a:custGeom>
            <a:solidFill>
              <a:srgbClr val="FEBA63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" name="Google Shape;3381;p30">
              <a:extLst>
                <a:ext uri="{FF2B5EF4-FFF2-40B4-BE49-F238E27FC236}">
                  <a16:creationId xmlns:a16="http://schemas.microsoft.com/office/drawing/2014/main" id="{5BAE3B06-DDFF-9A22-F893-5F77BC054115}"/>
                </a:ext>
              </a:extLst>
            </p:cNvPr>
            <p:cNvSpPr/>
            <p:nvPr/>
          </p:nvSpPr>
          <p:spPr>
            <a:xfrm flipH="1">
              <a:off x="70486" y="3219762"/>
              <a:ext cx="495104" cy="111117"/>
            </a:xfrm>
            <a:custGeom>
              <a:avLst/>
              <a:gdLst/>
              <a:ahLst/>
              <a:cxnLst/>
              <a:rect l="l" t="t" r="r" b="b"/>
              <a:pathLst>
                <a:path w="1408" h="316" extrusionOk="0">
                  <a:moveTo>
                    <a:pt x="1" y="1"/>
                  </a:moveTo>
                  <a:lnTo>
                    <a:pt x="35" y="316"/>
                  </a:lnTo>
                  <a:cubicBezTo>
                    <a:pt x="429" y="151"/>
                    <a:pt x="1408" y="1"/>
                    <a:pt x="1408" y="1"/>
                  </a:cubicBez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3382;p30">
              <a:extLst>
                <a:ext uri="{FF2B5EF4-FFF2-40B4-BE49-F238E27FC236}">
                  <a16:creationId xmlns:a16="http://schemas.microsoft.com/office/drawing/2014/main" id="{3E015ED3-776D-0051-D54D-1C18DFFB1AD9}"/>
                </a:ext>
              </a:extLst>
            </p:cNvPr>
            <p:cNvSpPr/>
            <p:nvPr/>
          </p:nvSpPr>
          <p:spPr>
            <a:xfrm flipH="1">
              <a:off x="384498" y="1737616"/>
              <a:ext cx="305924" cy="386800"/>
            </a:xfrm>
            <a:custGeom>
              <a:avLst/>
              <a:gdLst/>
              <a:ahLst/>
              <a:cxnLst/>
              <a:rect l="l" t="t" r="r" b="b"/>
              <a:pathLst>
                <a:path w="870" h="1100" fill="none" extrusionOk="0">
                  <a:moveTo>
                    <a:pt x="0" y="1"/>
                  </a:moveTo>
                  <a:cubicBezTo>
                    <a:pt x="15" y="119"/>
                    <a:pt x="81" y="224"/>
                    <a:pt x="152" y="320"/>
                  </a:cubicBezTo>
                  <a:cubicBezTo>
                    <a:pt x="261" y="466"/>
                    <a:pt x="386" y="601"/>
                    <a:pt x="523" y="721"/>
                  </a:cubicBezTo>
                  <a:cubicBezTo>
                    <a:pt x="653" y="834"/>
                    <a:pt x="799" y="941"/>
                    <a:pt x="870" y="110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" name="Google Shape;3383;p30">
              <a:extLst>
                <a:ext uri="{FF2B5EF4-FFF2-40B4-BE49-F238E27FC236}">
                  <a16:creationId xmlns:a16="http://schemas.microsoft.com/office/drawing/2014/main" id="{7F299DD4-DB75-49B9-7B8E-D55BFA631314}"/>
                </a:ext>
              </a:extLst>
            </p:cNvPr>
            <p:cNvSpPr/>
            <p:nvPr/>
          </p:nvSpPr>
          <p:spPr>
            <a:xfrm flipH="1">
              <a:off x="532888" y="2512622"/>
              <a:ext cx="470841" cy="78767"/>
            </a:xfrm>
            <a:custGeom>
              <a:avLst/>
              <a:gdLst/>
              <a:ahLst/>
              <a:cxnLst/>
              <a:rect l="l" t="t" r="r" b="b"/>
              <a:pathLst>
                <a:path w="1339" h="224" fill="none" extrusionOk="0">
                  <a:moveTo>
                    <a:pt x="0" y="106"/>
                  </a:moveTo>
                  <a:cubicBezTo>
                    <a:pt x="122" y="200"/>
                    <a:pt x="287" y="224"/>
                    <a:pt x="439" y="206"/>
                  </a:cubicBezTo>
                  <a:cubicBezTo>
                    <a:pt x="591" y="187"/>
                    <a:pt x="737" y="131"/>
                    <a:pt x="885" y="86"/>
                  </a:cubicBezTo>
                  <a:cubicBezTo>
                    <a:pt x="1032" y="39"/>
                    <a:pt x="1184" y="1"/>
                    <a:pt x="1339" y="18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" name="Google Shape;3384;p30">
              <a:extLst>
                <a:ext uri="{FF2B5EF4-FFF2-40B4-BE49-F238E27FC236}">
                  <a16:creationId xmlns:a16="http://schemas.microsoft.com/office/drawing/2014/main" id="{06573EAF-419A-BA69-51AC-09806006E22F}"/>
                </a:ext>
              </a:extLst>
            </p:cNvPr>
            <p:cNvSpPr/>
            <p:nvPr/>
          </p:nvSpPr>
          <p:spPr>
            <a:xfrm flipH="1">
              <a:off x="-181988" y="2171534"/>
              <a:ext cx="508115" cy="65053"/>
            </a:xfrm>
            <a:custGeom>
              <a:avLst/>
              <a:gdLst/>
              <a:ahLst/>
              <a:cxnLst/>
              <a:rect l="l" t="t" r="r" b="b"/>
              <a:pathLst>
                <a:path w="1445" h="185" fill="none" extrusionOk="0">
                  <a:moveTo>
                    <a:pt x="1" y="185"/>
                  </a:moveTo>
                  <a:cubicBezTo>
                    <a:pt x="232" y="46"/>
                    <a:pt x="502" y="1"/>
                    <a:pt x="746" y="52"/>
                  </a:cubicBezTo>
                  <a:cubicBezTo>
                    <a:pt x="866" y="78"/>
                    <a:pt x="979" y="127"/>
                    <a:pt x="1099" y="146"/>
                  </a:cubicBezTo>
                  <a:cubicBezTo>
                    <a:pt x="1221" y="168"/>
                    <a:pt x="1356" y="153"/>
                    <a:pt x="1444" y="6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" name="Google Shape;3385;p30">
              <a:extLst>
                <a:ext uri="{FF2B5EF4-FFF2-40B4-BE49-F238E27FC236}">
                  <a16:creationId xmlns:a16="http://schemas.microsoft.com/office/drawing/2014/main" id="{A9451A41-73BA-F4ED-C62E-81B7339F69C7}"/>
                </a:ext>
              </a:extLst>
            </p:cNvPr>
            <p:cNvSpPr/>
            <p:nvPr/>
          </p:nvSpPr>
          <p:spPr>
            <a:xfrm flipH="1">
              <a:off x="-294159" y="2656441"/>
              <a:ext cx="578793" cy="90723"/>
            </a:xfrm>
            <a:custGeom>
              <a:avLst/>
              <a:gdLst/>
              <a:ahLst/>
              <a:cxnLst/>
              <a:rect l="l" t="t" r="r" b="b"/>
              <a:pathLst>
                <a:path w="1646" h="258" fill="none" extrusionOk="0">
                  <a:moveTo>
                    <a:pt x="0" y="258"/>
                  </a:moveTo>
                  <a:cubicBezTo>
                    <a:pt x="287" y="31"/>
                    <a:pt x="741" y="1"/>
                    <a:pt x="1086" y="84"/>
                  </a:cubicBezTo>
                  <a:cubicBezTo>
                    <a:pt x="1155" y="102"/>
                    <a:pt x="1221" y="123"/>
                    <a:pt x="1292" y="132"/>
                  </a:cubicBezTo>
                  <a:cubicBezTo>
                    <a:pt x="1412" y="144"/>
                    <a:pt x="1532" y="119"/>
                    <a:pt x="1645" y="7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" name="Google Shape;3386;p30">
              <a:extLst>
                <a:ext uri="{FF2B5EF4-FFF2-40B4-BE49-F238E27FC236}">
                  <a16:creationId xmlns:a16="http://schemas.microsoft.com/office/drawing/2014/main" id="{5D282F05-03D2-FBE0-9486-D73FCE47F0DB}"/>
                </a:ext>
              </a:extLst>
            </p:cNvPr>
            <p:cNvSpPr/>
            <p:nvPr/>
          </p:nvSpPr>
          <p:spPr>
            <a:xfrm flipH="1">
              <a:off x="425288" y="1875457"/>
              <a:ext cx="33405" cy="170544"/>
            </a:xfrm>
            <a:custGeom>
              <a:avLst/>
              <a:gdLst/>
              <a:ahLst/>
              <a:cxnLst/>
              <a:rect l="l" t="t" r="r" b="b"/>
              <a:pathLst>
                <a:path w="95" h="485" fill="none" extrusionOk="0">
                  <a:moveTo>
                    <a:pt x="1" y="1"/>
                  </a:moveTo>
                  <a:cubicBezTo>
                    <a:pt x="78" y="149"/>
                    <a:pt x="95" y="326"/>
                    <a:pt x="48" y="485"/>
                  </a:cubicBezTo>
                  <a:cubicBezTo>
                    <a:pt x="48" y="476"/>
                    <a:pt x="48" y="468"/>
                    <a:pt x="50" y="45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" name="Google Shape;3387;p30">
              <a:extLst>
                <a:ext uri="{FF2B5EF4-FFF2-40B4-BE49-F238E27FC236}">
                  <a16:creationId xmlns:a16="http://schemas.microsoft.com/office/drawing/2014/main" id="{9951AF97-8574-5AC4-22C2-4B1554BFE627}"/>
                </a:ext>
              </a:extLst>
            </p:cNvPr>
            <p:cNvSpPr/>
            <p:nvPr/>
          </p:nvSpPr>
          <p:spPr>
            <a:xfrm flipH="1">
              <a:off x="498077" y="1840293"/>
              <a:ext cx="27428" cy="146984"/>
            </a:xfrm>
            <a:custGeom>
              <a:avLst/>
              <a:gdLst/>
              <a:ahLst/>
              <a:cxnLst/>
              <a:rect l="l" t="t" r="r" b="b"/>
              <a:pathLst>
                <a:path w="78" h="418" fill="none" extrusionOk="0">
                  <a:moveTo>
                    <a:pt x="0" y="0"/>
                  </a:moveTo>
                  <a:cubicBezTo>
                    <a:pt x="62" y="129"/>
                    <a:pt x="77" y="279"/>
                    <a:pt x="43" y="418"/>
                  </a:cubicBezTo>
                  <a:cubicBezTo>
                    <a:pt x="47" y="411"/>
                    <a:pt x="47" y="403"/>
                    <a:pt x="47" y="39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" name="Google Shape;3388;p30">
              <a:extLst>
                <a:ext uri="{FF2B5EF4-FFF2-40B4-BE49-F238E27FC236}">
                  <a16:creationId xmlns:a16="http://schemas.microsoft.com/office/drawing/2014/main" id="{A6BCFD3E-BC46-FBD3-D610-C01208171DBB}"/>
                </a:ext>
              </a:extLst>
            </p:cNvPr>
            <p:cNvSpPr/>
            <p:nvPr/>
          </p:nvSpPr>
          <p:spPr>
            <a:xfrm flipH="1">
              <a:off x="579656" y="1803372"/>
              <a:ext cx="14417" cy="98809"/>
            </a:xfrm>
            <a:custGeom>
              <a:avLst/>
              <a:gdLst/>
              <a:ahLst/>
              <a:cxnLst/>
              <a:rect l="l" t="t" r="r" b="b"/>
              <a:pathLst>
                <a:path w="41" h="281" fill="none" extrusionOk="0">
                  <a:moveTo>
                    <a:pt x="0" y="0"/>
                  </a:moveTo>
                  <a:cubicBezTo>
                    <a:pt x="37" y="88"/>
                    <a:pt x="41" y="189"/>
                    <a:pt x="11" y="28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" name="Google Shape;3390;p30">
              <a:extLst>
                <a:ext uri="{FF2B5EF4-FFF2-40B4-BE49-F238E27FC236}">
                  <a16:creationId xmlns:a16="http://schemas.microsoft.com/office/drawing/2014/main" id="{E11F5617-0659-6C85-8F43-F4E77C79D13A}"/>
                </a:ext>
              </a:extLst>
            </p:cNvPr>
            <p:cNvSpPr/>
            <p:nvPr/>
          </p:nvSpPr>
          <p:spPr>
            <a:xfrm flipH="1">
              <a:off x="563833" y="1921521"/>
              <a:ext cx="92832" cy="22153"/>
            </a:xfrm>
            <a:custGeom>
              <a:avLst/>
              <a:gdLst/>
              <a:ahLst/>
              <a:cxnLst/>
              <a:rect l="l" t="t" r="r" b="b"/>
              <a:pathLst>
                <a:path w="264" h="63" fill="none" extrusionOk="0">
                  <a:moveTo>
                    <a:pt x="0" y="1"/>
                  </a:moveTo>
                  <a:cubicBezTo>
                    <a:pt x="77" y="48"/>
                    <a:pt x="176" y="63"/>
                    <a:pt x="264" y="3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" name="Google Shape;3391;p30">
              <a:extLst>
                <a:ext uri="{FF2B5EF4-FFF2-40B4-BE49-F238E27FC236}">
                  <a16:creationId xmlns:a16="http://schemas.microsoft.com/office/drawing/2014/main" id="{085AE988-F9F8-F75B-F4F9-BC13CCF597F6}"/>
                </a:ext>
              </a:extLst>
            </p:cNvPr>
            <p:cNvSpPr/>
            <p:nvPr/>
          </p:nvSpPr>
          <p:spPr>
            <a:xfrm flipH="1">
              <a:off x="480142" y="2014002"/>
              <a:ext cx="121667" cy="17231"/>
            </a:xfrm>
            <a:custGeom>
              <a:avLst/>
              <a:gdLst/>
              <a:ahLst/>
              <a:cxnLst/>
              <a:rect l="l" t="t" r="r" b="b"/>
              <a:pathLst>
                <a:path w="346" h="49" fill="none" extrusionOk="0">
                  <a:moveTo>
                    <a:pt x="1" y="1"/>
                  </a:moveTo>
                  <a:cubicBezTo>
                    <a:pt x="110" y="44"/>
                    <a:pt x="234" y="48"/>
                    <a:pt x="346" y="14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3392;p30">
              <a:extLst>
                <a:ext uri="{FF2B5EF4-FFF2-40B4-BE49-F238E27FC236}">
                  <a16:creationId xmlns:a16="http://schemas.microsoft.com/office/drawing/2014/main" id="{D2A4C902-823F-01DA-1FBC-658668042BE2}"/>
                </a:ext>
              </a:extLst>
            </p:cNvPr>
            <p:cNvSpPr/>
            <p:nvPr/>
          </p:nvSpPr>
          <p:spPr>
            <a:xfrm flipH="1">
              <a:off x="935161" y="2537588"/>
              <a:ext cx="25669" cy="42548"/>
            </a:xfrm>
            <a:custGeom>
              <a:avLst/>
              <a:gdLst/>
              <a:ahLst/>
              <a:cxnLst/>
              <a:rect l="l" t="t" r="r" b="b"/>
              <a:pathLst>
                <a:path w="73" h="121" fill="none" extrusionOk="0">
                  <a:moveTo>
                    <a:pt x="0" y="0"/>
                  </a:moveTo>
                  <a:cubicBezTo>
                    <a:pt x="32" y="35"/>
                    <a:pt x="58" y="75"/>
                    <a:pt x="73" y="12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3393;p30">
              <a:extLst>
                <a:ext uri="{FF2B5EF4-FFF2-40B4-BE49-F238E27FC236}">
                  <a16:creationId xmlns:a16="http://schemas.microsoft.com/office/drawing/2014/main" id="{5213DB66-1330-BBCC-2F93-FC6D544F01A5}"/>
                </a:ext>
              </a:extLst>
            </p:cNvPr>
            <p:cNvSpPr/>
            <p:nvPr/>
          </p:nvSpPr>
          <p:spPr>
            <a:xfrm flipH="1">
              <a:off x="867998" y="2532313"/>
              <a:ext cx="42548" cy="51691"/>
            </a:xfrm>
            <a:custGeom>
              <a:avLst/>
              <a:gdLst/>
              <a:ahLst/>
              <a:cxnLst/>
              <a:rect l="l" t="t" r="r" b="b"/>
              <a:pathLst>
                <a:path w="121" h="147" fill="none" extrusionOk="0">
                  <a:moveTo>
                    <a:pt x="1" y="0"/>
                  </a:moveTo>
                  <a:cubicBezTo>
                    <a:pt x="50" y="39"/>
                    <a:pt x="93" y="90"/>
                    <a:pt x="121" y="14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" name="Google Shape;3394;p30">
              <a:extLst>
                <a:ext uri="{FF2B5EF4-FFF2-40B4-BE49-F238E27FC236}">
                  <a16:creationId xmlns:a16="http://schemas.microsoft.com/office/drawing/2014/main" id="{3F1D0F7E-3910-A98A-6AB7-2F04600063D4}"/>
                </a:ext>
              </a:extLst>
            </p:cNvPr>
            <p:cNvSpPr/>
            <p:nvPr/>
          </p:nvSpPr>
          <p:spPr>
            <a:xfrm flipH="1">
              <a:off x="798022" y="2513325"/>
              <a:ext cx="38680" cy="58372"/>
            </a:xfrm>
            <a:custGeom>
              <a:avLst/>
              <a:gdLst/>
              <a:ahLst/>
              <a:cxnLst/>
              <a:rect l="l" t="t" r="r" b="b"/>
              <a:pathLst>
                <a:path w="110" h="166" fill="none" extrusionOk="0">
                  <a:moveTo>
                    <a:pt x="1" y="1"/>
                  </a:moveTo>
                  <a:cubicBezTo>
                    <a:pt x="48" y="48"/>
                    <a:pt x="86" y="104"/>
                    <a:pt x="110" y="16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" name="Google Shape;3395;p30">
              <a:extLst>
                <a:ext uri="{FF2B5EF4-FFF2-40B4-BE49-F238E27FC236}">
                  <a16:creationId xmlns:a16="http://schemas.microsoft.com/office/drawing/2014/main" id="{3C9259D6-36C0-6622-2AD4-12D07931EA79}"/>
                </a:ext>
              </a:extLst>
            </p:cNvPr>
            <p:cNvSpPr/>
            <p:nvPr/>
          </p:nvSpPr>
          <p:spPr>
            <a:xfrm flipH="1">
              <a:off x="731562" y="2490820"/>
              <a:ext cx="39032" cy="62240"/>
            </a:xfrm>
            <a:custGeom>
              <a:avLst/>
              <a:gdLst/>
              <a:ahLst/>
              <a:cxnLst/>
              <a:rect l="l" t="t" r="r" b="b"/>
              <a:pathLst>
                <a:path w="111" h="177" fill="none" extrusionOk="0">
                  <a:moveTo>
                    <a:pt x="1" y="1"/>
                  </a:moveTo>
                  <a:cubicBezTo>
                    <a:pt x="55" y="46"/>
                    <a:pt x="93" y="108"/>
                    <a:pt x="110" y="17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" name="Google Shape;3396;p30">
              <a:extLst>
                <a:ext uri="{FF2B5EF4-FFF2-40B4-BE49-F238E27FC236}">
                  <a16:creationId xmlns:a16="http://schemas.microsoft.com/office/drawing/2014/main" id="{8BE9D0B8-BD5A-A294-2032-8E3745D4DCEB}"/>
                </a:ext>
              </a:extLst>
            </p:cNvPr>
            <p:cNvSpPr/>
            <p:nvPr/>
          </p:nvSpPr>
          <p:spPr>
            <a:xfrm flipH="1">
              <a:off x="657016" y="2473590"/>
              <a:ext cx="29889" cy="53097"/>
            </a:xfrm>
            <a:custGeom>
              <a:avLst/>
              <a:gdLst/>
              <a:ahLst/>
              <a:cxnLst/>
              <a:rect l="l" t="t" r="r" b="b"/>
              <a:pathLst>
                <a:path w="85" h="151" fill="none" extrusionOk="0">
                  <a:moveTo>
                    <a:pt x="1" y="0"/>
                  </a:moveTo>
                  <a:cubicBezTo>
                    <a:pt x="46" y="39"/>
                    <a:pt x="76" y="93"/>
                    <a:pt x="84" y="15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Google Shape;3397;p30">
              <a:extLst>
                <a:ext uri="{FF2B5EF4-FFF2-40B4-BE49-F238E27FC236}">
                  <a16:creationId xmlns:a16="http://schemas.microsoft.com/office/drawing/2014/main" id="{39625815-E35D-6A16-1F91-B8D9E9E8D340}"/>
                </a:ext>
              </a:extLst>
            </p:cNvPr>
            <p:cNvSpPr/>
            <p:nvPr/>
          </p:nvSpPr>
          <p:spPr>
            <a:xfrm flipH="1">
              <a:off x="607436" y="2489414"/>
              <a:ext cx="10197" cy="26724"/>
            </a:xfrm>
            <a:custGeom>
              <a:avLst/>
              <a:gdLst/>
              <a:ahLst/>
              <a:cxnLst/>
              <a:rect l="l" t="t" r="r" b="b"/>
              <a:pathLst>
                <a:path w="29" h="76" fill="none" extrusionOk="0">
                  <a:moveTo>
                    <a:pt x="1" y="0"/>
                  </a:moveTo>
                  <a:cubicBezTo>
                    <a:pt x="18" y="22"/>
                    <a:pt x="29" y="48"/>
                    <a:pt x="29" y="7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" name="Google Shape;3398;p30">
              <a:extLst>
                <a:ext uri="{FF2B5EF4-FFF2-40B4-BE49-F238E27FC236}">
                  <a16:creationId xmlns:a16="http://schemas.microsoft.com/office/drawing/2014/main" id="{BFD41AB1-682A-3102-36FF-9114544CABC8}"/>
                </a:ext>
              </a:extLst>
            </p:cNvPr>
            <p:cNvSpPr/>
            <p:nvPr/>
          </p:nvSpPr>
          <p:spPr>
            <a:xfrm flipH="1">
              <a:off x="894370" y="2591037"/>
              <a:ext cx="22153" cy="20043"/>
            </a:xfrm>
            <a:custGeom>
              <a:avLst/>
              <a:gdLst/>
              <a:ahLst/>
              <a:cxnLst/>
              <a:rect l="l" t="t" r="r" b="b"/>
              <a:pathLst>
                <a:path w="63" h="57" fill="none" extrusionOk="0">
                  <a:moveTo>
                    <a:pt x="0" y="56"/>
                  </a:moveTo>
                  <a:cubicBezTo>
                    <a:pt x="24" y="41"/>
                    <a:pt x="45" y="22"/>
                    <a:pt x="63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" name="Google Shape;3399;p30">
              <a:extLst>
                <a:ext uri="{FF2B5EF4-FFF2-40B4-BE49-F238E27FC236}">
                  <a16:creationId xmlns:a16="http://schemas.microsoft.com/office/drawing/2014/main" id="{5EC024B9-11E8-457F-B095-7FE4C68E4349}"/>
                </a:ext>
              </a:extLst>
            </p:cNvPr>
            <p:cNvSpPr/>
            <p:nvPr/>
          </p:nvSpPr>
          <p:spPr>
            <a:xfrm flipH="1">
              <a:off x="824394" y="2585762"/>
              <a:ext cx="20747" cy="35164"/>
            </a:xfrm>
            <a:custGeom>
              <a:avLst/>
              <a:gdLst/>
              <a:ahLst/>
              <a:cxnLst/>
              <a:rect l="l" t="t" r="r" b="b"/>
              <a:pathLst>
                <a:path w="59" h="100" fill="none" extrusionOk="0">
                  <a:moveTo>
                    <a:pt x="1" y="99"/>
                  </a:moveTo>
                  <a:cubicBezTo>
                    <a:pt x="27" y="71"/>
                    <a:pt x="48" y="37"/>
                    <a:pt x="59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" name="Google Shape;3400;p30">
              <a:extLst>
                <a:ext uri="{FF2B5EF4-FFF2-40B4-BE49-F238E27FC236}">
                  <a16:creationId xmlns:a16="http://schemas.microsoft.com/office/drawing/2014/main" id="{4ADAB66F-BC78-B912-0553-C09BB881FEF8}"/>
                </a:ext>
              </a:extLst>
            </p:cNvPr>
            <p:cNvSpPr/>
            <p:nvPr/>
          </p:nvSpPr>
          <p:spPr>
            <a:xfrm flipH="1">
              <a:off x="755826" y="2567125"/>
              <a:ext cx="11604" cy="34812"/>
            </a:xfrm>
            <a:custGeom>
              <a:avLst/>
              <a:gdLst/>
              <a:ahLst/>
              <a:cxnLst/>
              <a:rect l="l" t="t" r="r" b="b"/>
              <a:pathLst>
                <a:path w="33" h="99" fill="none" extrusionOk="0">
                  <a:moveTo>
                    <a:pt x="1" y="99"/>
                  </a:moveTo>
                  <a:cubicBezTo>
                    <a:pt x="16" y="69"/>
                    <a:pt x="26" y="34"/>
                    <a:pt x="33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" name="Google Shape;3401;p30">
              <a:extLst>
                <a:ext uri="{FF2B5EF4-FFF2-40B4-BE49-F238E27FC236}">
                  <a16:creationId xmlns:a16="http://schemas.microsoft.com/office/drawing/2014/main" id="{805A516D-DD39-CE13-8E1B-DC93A83D6A01}"/>
                </a:ext>
              </a:extLst>
            </p:cNvPr>
            <p:cNvSpPr/>
            <p:nvPr/>
          </p:nvSpPr>
          <p:spPr>
            <a:xfrm flipH="1">
              <a:off x="691125" y="2544269"/>
              <a:ext cx="14417" cy="35164"/>
            </a:xfrm>
            <a:custGeom>
              <a:avLst/>
              <a:gdLst/>
              <a:ahLst/>
              <a:cxnLst/>
              <a:rect l="l" t="t" r="r" b="b"/>
              <a:pathLst>
                <a:path w="41" h="100" fill="none" extrusionOk="0">
                  <a:moveTo>
                    <a:pt x="0" y="99"/>
                  </a:moveTo>
                  <a:cubicBezTo>
                    <a:pt x="13" y="67"/>
                    <a:pt x="26" y="35"/>
                    <a:pt x="41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" name="Google Shape;3402;p30">
              <a:extLst>
                <a:ext uri="{FF2B5EF4-FFF2-40B4-BE49-F238E27FC236}">
                  <a16:creationId xmlns:a16="http://schemas.microsoft.com/office/drawing/2014/main" id="{2B0D917E-5029-CCA8-D86F-9546659A2629}"/>
                </a:ext>
              </a:extLst>
            </p:cNvPr>
            <p:cNvSpPr/>
            <p:nvPr/>
          </p:nvSpPr>
          <p:spPr>
            <a:xfrm flipH="1">
              <a:off x="627830" y="2527742"/>
              <a:ext cx="13713" cy="29889"/>
            </a:xfrm>
            <a:custGeom>
              <a:avLst/>
              <a:gdLst/>
              <a:ahLst/>
              <a:cxnLst/>
              <a:rect l="l" t="t" r="r" b="b"/>
              <a:pathLst>
                <a:path w="39" h="85" fill="none" extrusionOk="0">
                  <a:moveTo>
                    <a:pt x="0" y="84"/>
                  </a:moveTo>
                  <a:cubicBezTo>
                    <a:pt x="13" y="56"/>
                    <a:pt x="26" y="28"/>
                    <a:pt x="39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" name="Google Shape;3403;p30">
              <a:extLst>
                <a:ext uri="{FF2B5EF4-FFF2-40B4-BE49-F238E27FC236}">
                  <a16:creationId xmlns:a16="http://schemas.microsoft.com/office/drawing/2014/main" id="{D994E4D2-5C27-D57B-4170-609A8B97B004}"/>
                </a:ext>
              </a:extLst>
            </p:cNvPr>
            <p:cNvSpPr/>
            <p:nvPr/>
          </p:nvSpPr>
          <p:spPr>
            <a:xfrm flipH="1">
              <a:off x="177385" y="2197204"/>
              <a:ext cx="60481" cy="32703"/>
            </a:xfrm>
            <a:custGeom>
              <a:avLst/>
              <a:gdLst/>
              <a:ahLst/>
              <a:cxnLst/>
              <a:rect l="l" t="t" r="r" b="b"/>
              <a:pathLst>
                <a:path w="172" h="93" fill="none" extrusionOk="0">
                  <a:moveTo>
                    <a:pt x="0" y="0"/>
                  </a:moveTo>
                  <a:cubicBezTo>
                    <a:pt x="64" y="15"/>
                    <a:pt x="127" y="43"/>
                    <a:pt x="172" y="93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" name="Google Shape;3404;p30">
              <a:extLst>
                <a:ext uri="{FF2B5EF4-FFF2-40B4-BE49-F238E27FC236}">
                  <a16:creationId xmlns:a16="http://schemas.microsoft.com/office/drawing/2014/main" id="{6AEB2948-9005-BA61-8193-63E65EFA2076}"/>
                </a:ext>
              </a:extLst>
            </p:cNvPr>
            <p:cNvSpPr/>
            <p:nvPr/>
          </p:nvSpPr>
          <p:spPr>
            <a:xfrm flipH="1">
              <a:off x="112684" y="2182788"/>
              <a:ext cx="43251" cy="50987"/>
            </a:xfrm>
            <a:custGeom>
              <a:avLst/>
              <a:gdLst/>
              <a:ahLst/>
              <a:cxnLst/>
              <a:rect l="l" t="t" r="r" b="b"/>
              <a:pathLst>
                <a:path w="123" h="145" fill="none" extrusionOk="0">
                  <a:moveTo>
                    <a:pt x="1" y="1"/>
                  </a:moveTo>
                  <a:cubicBezTo>
                    <a:pt x="54" y="37"/>
                    <a:pt x="97" y="84"/>
                    <a:pt x="123" y="144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" name="Google Shape;3405;p30">
              <a:extLst>
                <a:ext uri="{FF2B5EF4-FFF2-40B4-BE49-F238E27FC236}">
                  <a16:creationId xmlns:a16="http://schemas.microsoft.com/office/drawing/2014/main" id="{C92E1FFE-A909-9699-0FF4-7A391D3C4A1A}"/>
                </a:ext>
              </a:extLst>
            </p:cNvPr>
            <p:cNvSpPr/>
            <p:nvPr/>
          </p:nvSpPr>
          <p:spPr>
            <a:xfrm flipH="1">
              <a:off x="29697" y="2187358"/>
              <a:ext cx="43955" cy="60481"/>
            </a:xfrm>
            <a:custGeom>
              <a:avLst/>
              <a:gdLst/>
              <a:ahLst/>
              <a:cxnLst/>
              <a:rect l="l" t="t" r="r" b="b"/>
              <a:pathLst>
                <a:path w="125" h="172" fill="none" extrusionOk="0">
                  <a:moveTo>
                    <a:pt x="0" y="1"/>
                  </a:moveTo>
                  <a:cubicBezTo>
                    <a:pt x="54" y="48"/>
                    <a:pt x="96" y="106"/>
                    <a:pt x="124" y="17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" name="Google Shape;3406;p30">
              <a:extLst>
                <a:ext uri="{FF2B5EF4-FFF2-40B4-BE49-F238E27FC236}">
                  <a16:creationId xmlns:a16="http://schemas.microsoft.com/office/drawing/2014/main" id="{896A502F-5FC1-7DB6-EDCF-E39ADBB2AD37}"/>
                </a:ext>
              </a:extLst>
            </p:cNvPr>
            <p:cNvSpPr/>
            <p:nvPr/>
          </p:nvSpPr>
          <p:spPr>
            <a:xfrm flipH="1">
              <a:off x="-35707" y="2210566"/>
              <a:ext cx="30592" cy="49581"/>
            </a:xfrm>
            <a:custGeom>
              <a:avLst/>
              <a:gdLst/>
              <a:ahLst/>
              <a:cxnLst/>
              <a:rect l="l" t="t" r="r" b="b"/>
              <a:pathLst>
                <a:path w="87" h="141" fill="none" extrusionOk="0">
                  <a:moveTo>
                    <a:pt x="1" y="1"/>
                  </a:moveTo>
                  <a:cubicBezTo>
                    <a:pt x="35" y="44"/>
                    <a:pt x="65" y="91"/>
                    <a:pt x="87" y="14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" name="Google Shape;3407;p30">
              <a:extLst>
                <a:ext uri="{FF2B5EF4-FFF2-40B4-BE49-F238E27FC236}">
                  <a16:creationId xmlns:a16="http://schemas.microsoft.com/office/drawing/2014/main" id="{B1CAE955-2E65-CC22-5077-7530E7EA2578}"/>
                </a:ext>
              </a:extLst>
            </p:cNvPr>
            <p:cNvSpPr/>
            <p:nvPr/>
          </p:nvSpPr>
          <p:spPr>
            <a:xfrm flipH="1">
              <a:off x="-103572" y="2228852"/>
              <a:ext cx="24615" cy="25317"/>
            </a:xfrm>
            <a:custGeom>
              <a:avLst/>
              <a:gdLst/>
              <a:ahLst/>
              <a:cxnLst/>
              <a:rect l="l" t="t" r="r" b="b"/>
              <a:pathLst>
                <a:path w="70" h="72" fill="none" extrusionOk="0">
                  <a:moveTo>
                    <a:pt x="1" y="0"/>
                  </a:moveTo>
                  <a:cubicBezTo>
                    <a:pt x="20" y="28"/>
                    <a:pt x="42" y="52"/>
                    <a:pt x="69" y="7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" name="Google Shape;3408;p30">
              <a:extLst>
                <a:ext uri="{FF2B5EF4-FFF2-40B4-BE49-F238E27FC236}">
                  <a16:creationId xmlns:a16="http://schemas.microsoft.com/office/drawing/2014/main" id="{1C1C9B83-A9D1-13D0-E2F5-DFFFAA249AA1}"/>
                </a:ext>
              </a:extLst>
            </p:cNvPr>
            <p:cNvSpPr/>
            <p:nvPr/>
          </p:nvSpPr>
          <p:spPr>
            <a:xfrm flipH="1">
              <a:off x="-166867" y="2218302"/>
              <a:ext cx="24615" cy="15472"/>
            </a:xfrm>
            <a:custGeom>
              <a:avLst/>
              <a:gdLst/>
              <a:ahLst/>
              <a:cxnLst/>
              <a:rect l="l" t="t" r="r" b="b"/>
              <a:pathLst>
                <a:path w="70" h="44" fill="none" extrusionOk="0">
                  <a:moveTo>
                    <a:pt x="1" y="0"/>
                  </a:moveTo>
                  <a:cubicBezTo>
                    <a:pt x="24" y="15"/>
                    <a:pt x="46" y="28"/>
                    <a:pt x="69" y="43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" name="Google Shape;3409;p30">
              <a:extLst>
                <a:ext uri="{FF2B5EF4-FFF2-40B4-BE49-F238E27FC236}">
                  <a16:creationId xmlns:a16="http://schemas.microsoft.com/office/drawing/2014/main" id="{B46E2E24-1CE9-F10A-71AF-079F781AFA4B}"/>
                </a:ext>
              </a:extLst>
            </p:cNvPr>
            <p:cNvSpPr/>
            <p:nvPr/>
          </p:nvSpPr>
          <p:spPr>
            <a:xfrm flipH="1">
              <a:off x="-90562" y="2169425"/>
              <a:ext cx="38680" cy="49932"/>
            </a:xfrm>
            <a:custGeom>
              <a:avLst/>
              <a:gdLst/>
              <a:ahLst/>
              <a:cxnLst/>
              <a:rect l="l" t="t" r="r" b="b"/>
              <a:pathLst>
                <a:path w="110" h="142" fill="none" extrusionOk="0">
                  <a:moveTo>
                    <a:pt x="1" y="142"/>
                  </a:moveTo>
                  <a:cubicBezTo>
                    <a:pt x="24" y="86"/>
                    <a:pt x="63" y="37"/>
                    <a:pt x="110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" name="Google Shape;3410;p30">
              <a:extLst>
                <a:ext uri="{FF2B5EF4-FFF2-40B4-BE49-F238E27FC236}">
                  <a16:creationId xmlns:a16="http://schemas.microsoft.com/office/drawing/2014/main" id="{BD85A531-322D-F1B4-4B13-5EA2C9C3C018}"/>
                </a:ext>
              </a:extLst>
            </p:cNvPr>
            <p:cNvSpPr/>
            <p:nvPr/>
          </p:nvSpPr>
          <p:spPr>
            <a:xfrm flipH="1">
              <a:off x="-18478" y="2151844"/>
              <a:ext cx="41845" cy="45009"/>
            </a:xfrm>
            <a:custGeom>
              <a:avLst/>
              <a:gdLst/>
              <a:ahLst/>
              <a:cxnLst/>
              <a:rect l="l" t="t" r="r" b="b"/>
              <a:pathLst>
                <a:path w="119" h="128" fill="none" extrusionOk="0">
                  <a:moveTo>
                    <a:pt x="1" y="127"/>
                  </a:moveTo>
                  <a:cubicBezTo>
                    <a:pt x="26" y="74"/>
                    <a:pt x="67" y="29"/>
                    <a:pt x="11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" name="Google Shape;3411;p30">
              <a:extLst>
                <a:ext uri="{FF2B5EF4-FFF2-40B4-BE49-F238E27FC236}">
                  <a16:creationId xmlns:a16="http://schemas.microsoft.com/office/drawing/2014/main" id="{E1DF8E6A-A602-46BA-F6A0-82A2D98468D4}"/>
                </a:ext>
              </a:extLst>
            </p:cNvPr>
            <p:cNvSpPr/>
            <p:nvPr/>
          </p:nvSpPr>
          <p:spPr>
            <a:xfrm flipH="1">
              <a:off x="84905" y="2145162"/>
              <a:ext cx="25669" cy="35164"/>
            </a:xfrm>
            <a:custGeom>
              <a:avLst/>
              <a:gdLst/>
              <a:ahLst/>
              <a:cxnLst/>
              <a:rect l="l" t="t" r="r" b="b"/>
              <a:pathLst>
                <a:path w="73" h="100" fill="none" extrusionOk="0">
                  <a:moveTo>
                    <a:pt x="0" y="99"/>
                  </a:moveTo>
                  <a:cubicBezTo>
                    <a:pt x="13" y="61"/>
                    <a:pt x="39" y="24"/>
                    <a:pt x="73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" name="Google Shape;3412;p30">
              <a:extLst>
                <a:ext uri="{FF2B5EF4-FFF2-40B4-BE49-F238E27FC236}">
                  <a16:creationId xmlns:a16="http://schemas.microsoft.com/office/drawing/2014/main" id="{3CDC82C0-32AD-243D-CA1E-19E4223A854C}"/>
                </a:ext>
              </a:extLst>
            </p:cNvPr>
            <p:cNvSpPr/>
            <p:nvPr/>
          </p:nvSpPr>
          <p:spPr>
            <a:xfrm flipH="1">
              <a:off x="168946" y="2157117"/>
              <a:ext cx="25317" cy="29889"/>
            </a:xfrm>
            <a:custGeom>
              <a:avLst/>
              <a:gdLst/>
              <a:ahLst/>
              <a:cxnLst/>
              <a:rect l="l" t="t" r="r" b="b"/>
              <a:pathLst>
                <a:path w="72" h="85" fill="none" extrusionOk="0">
                  <a:moveTo>
                    <a:pt x="0" y="84"/>
                  </a:moveTo>
                  <a:cubicBezTo>
                    <a:pt x="15" y="54"/>
                    <a:pt x="41" y="16"/>
                    <a:pt x="71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" name="Google Shape;3413;p30">
              <a:extLst>
                <a:ext uri="{FF2B5EF4-FFF2-40B4-BE49-F238E27FC236}">
                  <a16:creationId xmlns:a16="http://schemas.microsoft.com/office/drawing/2014/main" id="{9750F141-6486-C407-42B9-F3F8A53E052B}"/>
                </a:ext>
              </a:extLst>
            </p:cNvPr>
            <p:cNvSpPr/>
            <p:nvPr/>
          </p:nvSpPr>
          <p:spPr>
            <a:xfrm flipH="1">
              <a:off x="113386" y="2694066"/>
              <a:ext cx="74196" cy="23208"/>
            </a:xfrm>
            <a:custGeom>
              <a:avLst/>
              <a:gdLst/>
              <a:ahLst/>
              <a:cxnLst/>
              <a:rect l="l" t="t" r="r" b="b"/>
              <a:pathLst>
                <a:path w="211" h="66" fill="none" extrusionOk="0">
                  <a:moveTo>
                    <a:pt x="1" y="5"/>
                  </a:moveTo>
                  <a:cubicBezTo>
                    <a:pt x="76" y="1"/>
                    <a:pt x="146" y="22"/>
                    <a:pt x="211" y="6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" name="Google Shape;3414;p30">
              <a:extLst>
                <a:ext uri="{FF2B5EF4-FFF2-40B4-BE49-F238E27FC236}">
                  <a16:creationId xmlns:a16="http://schemas.microsoft.com/office/drawing/2014/main" id="{54C8D4C0-52B9-4D13-58F1-38BD1A47AA1B}"/>
                </a:ext>
              </a:extLst>
            </p:cNvPr>
            <p:cNvSpPr/>
            <p:nvPr/>
          </p:nvSpPr>
          <p:spPr>
            <a:xfrm flipH="1">
              <a:off x="38137" y="2674726"/>
              <a:ext cx="59075" cy="53097"/>
            </a:xfrm>
            <a:custGeom>
              <a:avLst/>
              <a:gdLst/>
              <a:ahLst/>
              <a:cxnLst/>
              <a:rect l="l" t="t" r="r" b="b"/>
              <a:pathLst>
                <a:path w="168" h="151" fill="none" extrusionOk="0">
                  <a:moveTo>
                    <a:pt x="1" y="0"/>
                  </a:moveTo>
                  <a:cubicBezTo>
                    <a:pt x="71" y="32"/>
                    <a:pt x="129" y="82"/>
                    <a:pt x="168" y="15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" name="Google Shape;3415;p30">
              <a:extLst>
                <a:ext uri="{FF2B5EF4-FFF2-40B4-BE49-F238E27FC236}">
                  <a16:creationId xmlns:a16="http://schemas.microsoft.com/office/drawing/2014/main" id="{7255A920-361E-644C-DE19-95F883DB7712}"/>
                </a:ext>
              </a:extLst>
            </p:cNvPr>
            <p:cNvSpPr/>
            <p:nvPr/>
          </p:nvSpPr>
          <p:spPr>
            <a:xfrm flipH="1">
              <a:off x="-49420" y="2671561"/>
              <a:ext cx="54855" cy="66108"/>
            </a:xfrm>
            <a:custGeom>
              <a:avLst/>
              <a:gdLst/>
              <a:ahLst/>
              <a:cxnLst/>
              <a:rect l="l" t="t" r="r" b="b"/>
              <a:pathLst>
                <a:path w="156" h="188" fill="none" extrusionOk="0">
                  <a:moveTo>
                    <a:pt x="1" y="1"/>
                  </a:moveTo>
                  <a:cubicBezTo>
                    <a:pt x="72" y="50"/>
                    <a:pt x="119" y="110"/>
                    <a:pt x="155" y="187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" name="Google Shape;3416;p30">
              <a:extLst>
                <a:ext uri="{FF2B5EF4-FFF2-40B4-BE49-F238E27FC236}">
                  <a16:creationId xmlns:a16="http://schemas.microsoft.com/office/drawing/2014/main" id="{7AADC689-23FD-A2B5-C46F-0CC786F0281A}"/>
                </a:ext>
              </a:extLst>
            </p:cNvPr>
            <p:cNvSpPr/>
            <p:nvPr/>
          </p:nvSpPr>
          <p:spPr>
            <a:xfrm flipH="1">
              <a:off x="-119396" y="2685276"/>
              <a:ext cx="29889" cy="54504"/>
            </a:xfrm>
            <a:custGeom>
              <a:avLst/>
              <a:gdLst/>
              <a:ahLst/>
              <a:cxnLst/>
              <a:rect l="l" t="t" r="r" b="b"/>
              <a:pathLst>
                <a:path w="85" h="155" fill="none" extrusionOk="0">
                  <a:moveTo>
                    <a:pt x="1" y="0"/>
                  </a:moveTo>
                  <a:cubicBezTo>
                    <a:pt x="37" y="47"/>
                    <a:pt x="65" y="99"/>
                    <a:pt x="84" y="154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" name="Google Shape;3417;p30">
              <a:extLst>
                <a:ext uri="{FF2B5EF4-FFF2-40B4-BE49-F238E27FC236}">
                  <a16:creationId xmlns:a16="http://schemas.microsoft.com/office/drawing/2014/main" id="{36408271-48F2-6E46-7274-2B4741B1C65D}"/>
                </a:ext>
              </a:extLst>
            </p:cNvPr>
            <p:cNvSpPr/>
            <p:nvPr/>
          </p:nvSpPr>
          <p:spPr>
            <a:xfrm flipH="1">
              <a:off x="-210470" y="2706373"/>
              <a:ext cx="34812" cy="32703"/>
            </a:xfrm>
            <a:custGeom>
              <a:avLst/>
              <a:gdLst/>
              <a:ahLst/>
              <a:cxnLst/>
              <a:rect l="l" t="t" r="r" b="b"/>
              <a:pathLst>
                <a:path w="99" h="93" fill="none" extrusionOk="0">
                  <a:moveTo>
                    <a:pt x="0" y="0"/>
                  </a:moveTo>
                  <a:cubicBezTo>
                    <a:pt x="26" y="37"/>
                    <a:pt x="60" y="69"/>
                    <a:pt x="99" y="9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" name="Google Shape;3418;p30">
              <a:extLst>
                <a:ext uri="{FF2B5EF4-FFF2-40B4-BE49-F238E27FC236}">
                  <a16:creationId xmlns:a16="http://schemas.microsoft.com/office/drawing/2014/main" id="{32792AC1-86DD-3429-4D37-10D6B3A7E267}"/>
                </a:ext>
              </a:extLst>
            </p:cNvPr>
            <p:cNvSpPr/>
            <p:nvPr/>
          </p:nvSpPr>
          <p:spPr>
            <a:xfrm flipH="1">
              <a:off x="-263215" y="2702505"/>
              <a:ext cx="18285" cy="19340"/>
            </a:xfrm>
            <a:custGeom>
              <a:avLst/>
              <a:gdLst/>
              <a:ahLst/>
              <a:cxnLst/>
              <a:rect l="l" t="t" r="r" b="b"/>
              <a:pathLst>
                <a:path w="52" h="55" fill="none" extrusionOk="0">
                  <a:moveTo>
                    <a:pt x="0" y="1"/>
                  </a:moveTo>
                  <a:cubicBezTo>
                    <a:pt x="11" y="22"/>
                    <a:pt x="30" y="41"/>
                    <a:pt x="51" y="54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" name="Google Shape;3419;p30">
              <a:extLst>
                <a:ext uri="{FF2B5EF4-FFF2-40B4-BE49-F238E27FC236}">
                  <a16:creationId xmlns:a16="http://schemas.microsoft.com/office/drawing/2014/main" id="{7F78108D-6958-43DF-F7DC-E113F0C13812}"/>
                </a:ext>
              </a:extLst>
            </p:cNvPr>
            <p:cNvSpPr/>
            <p:nvPr/>
          </p:nvSpPr>
          <p:spPr>
            <a:xfrm flipH="1">
              <a:off x="-232272" y="2661012"/>
              <a:ext cx="27428" cy="39735"/>
            </a:xfrm>
            <a:custGeom>
              <a:avLst/>
              <a:gdLst/>
              <a:ahLst/>
              <a:cxnLst/>
              <a:rect l="l" t="t" r="r" b="b"/>
              <a:pathLst>
                <a:path w="78" h="113" fill="none" extrusionOk="0">
                  <a:moveTo>
                    <a:pt x="1" y="112"/>
                  </a:moveTo>
                  <a:cubicBezTo>
                    <a:pt x="11" y="67"/>
                    <a:pt x="39" y="26"/>
                    <a:pt x="7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" name="Google Shape;3420;p30">
              <a:extLst>
                <a:ext uri="{FF2B5EF4-FFF2-40B4-BE49-F238E27FC236}">
                  <a16:creationId xmlns:a16="http://schemas.microsoft.com/office/drawing/2014/main" id="{8B1E68C7-3C47-BD69-6192-018A1D1F9A65}"/>
                </a:ext>
              </a:extLst>
            </p:cNvPr>
            <p:cNvSpPr/>
            <p:nvPr/>
          </p:nvSpPr>
          <p:spPr>
            <a:xfrm flipH="1">
              <a:off x="-164406" y="2656441"/>
              <a:ext cx="32703" cy="35867"/>
            </a:xfrm>
            <a:custGeom>
              <a:avLst/>
              <a:gdLst/>
              <a:ahLst/>
              <a:cxnLst/>
              <a:rect l="l" t="t" r="r" b="b"/>
              <a:pathLst>
                <a:path w="93" h="102" fill="none" extrusionOk="0">
                  <a:moveTo>
                    <a:pt x="1" y="102"/>
                  </a:moveTo>
                  <a:cubicBezTo>
                    <a:pt x="22" y="61"/>
                    <a:pt x="54" y="24"/>
                    <a:pt x="93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" name="Google Shape;3421;p30">
              <a:extLst>
                <a:ext uri="{FF2B5EF4-FFF2-40B4-BE49-F238E27FC236}">
                  <a16:creationId xmlns:a16="http://schemas.microsoft.com/office/drawing/2014/main" id="{C8FD9E87-B8EB-4502-0E73-2FD5926255B3}"/>
                </a:ext>
              </a:extLst>
            </p:cNvPr>
            <p:cNvSpPr/>
            <p:nvPr/>
          </p:nvSpPr>
          <p:spPr>
            <a:xfrm flipH="1">
              <a:off x="-78607" y="2630068"/>
              <a:ext cx="34812" cy="39735"/>
            </a:xfrm>
            <a:custGeom>
              <a:avLst/>
              <a:gdLst/>
              <a:ahLst/>
              <a:cxnLst/>
              <a:rect l="l" t="t" r="r" b="b"/>
              <a:pathLst>
                <a:path w="99" h="113" fill="none" extrusionOk="0">
                  <a:moveTo>
                    <a:pt x="0" y="112"/>
                  </a:moveTo>
                  <a:cubicBezTo>
                    <a:pt x="24" y="67"/>
                    <a:pt x="58" y="29"/>
                    <a:pt x="99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" name="Google Shape;3422;p30">
              <a:extLst>
                <a:ext uri="{FF2B5EF4-FFF2-40B4-BE49-F238E27FC236}">
                  <a16:creationId xmlns:a16="http://schemas.microsoft.com/office/drawing/2014/main" id="{8638098A-3A6D-0C35-CC9E-3FB154CF691E}"/>
                </a:ext>
              </a:extLst>
            </p:cNvPr>
            <p:cNvSpPr/>
            <p:nvPr/>
          </p:nvSpPr>
          <p:spPr>
            <a:xfrm flipH="1">
              <a:off x="2622" y="2626552"/>
              <a:ext cx="39383" cy="43251"/>
            </a:xfrm>
            <a:custGeom>
              <a:avLst/>
              <a:gdLst/>
              <a:ahLst/>
              <a:cxnLst/>
              <a:rect l="l" t="t" r="r" b="b"/>
              <a:pathLst>
                <a:path w="112" h="123" fill="none" extrusionOk="0">
                  <a:moveTo>
                    <a:pt x="0" y="122"/>
                  </a:moveTo>
                  <a:cubicBezTo>
                    <a:pt x="19" y="71"/>
                    <a:pt x="60" y="26"/>
                    <a:pt x="111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" name="Google Shape;3423;p30">
              <a:extLst>
                <a:ext uri="{FF2B5EF4-FFF2-40B4-BE49-F238E27FC236}">
                  <a16:creationId xmlns:a16="http://schemas.microsoft.com/office/drawing/2014/main" id="{9ECCEBCD-708E-339A-9F46-19808D3B47B1}"/>
                </a:ext>
              </a:extLst>
            </p:cNvPr>
            <p:cNvSpPr/>
            <p:nvPr/>
          </p:nvSpPr>
          <p:spPr>
            <a:xfrm flipH="1">
              <a:off x="121474" y="2645189"/>
              <a:ext cx="19340" cy="35164"/>
            </a:xfrm>
            <a:custGeom>
              <a:avLst/>
              <a:gdLst/>
              <a:ahLst/>
              <a:cxnLst/>
              <a:rect l="l" t="t" r="r" b="b"/>
              <a:pathLst>
                <a:path w="55" h="100" fill="none" extrusionOk="0">
                  <a:moveTo>
                    <a:pt x="0" y="99"/>
                  </a:moveTo>
                  <a:cubicBezTo>
                    <a:pt x="7" y="61"/>
                    <a:pt x="26" y="24"/>
                    <a:pt x="54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" name="Google Shape;3424;p30">
              <a:extLst>
                <a:ext uri="{FF2B5EF4-FFF2-40B4-BE49-F238E27FC236}">
                  <a16:creationId xmlns:a16="http://schemas.microsoft.com/office/drawing/2014/main" id="{0F26000B-BEEB-E173-DA51-8585FCF94206}"/>
                </a:ext>
              </a:extLst>
            </p:cNvPr>
            <p:cNvSpPr/>
            <p:nvPr/>
          </p:nvSpPr>
          <p:spPr>
            <a:xfrm flipH="1">
              <a:off x="209736" y="2682110"/>
              <a:ext cx="8791" cy="22153"/>
            </a:xfrm>
            <a:custGeom>
              <a:avLst/>
              <a:gdLst/>
              <a:ahLst/>
              <a:cxnLst/>
              <a:rect l="l" t="t" r="r" b="b"/>
              <a:pathLst>
                <a:path w="25" h="63" fill="none" extrusionOk="0">
                  <a:moveTo>
                    <a:pt x="1" y="63"/>
                  </a:moveTo>
                  <a:cubicBezTo>
                    <a:pt x="1" y="41"/>
                    <a:pt x="9" y="18"/>
                    <a:pt x="24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" name="Google Shape;3425;p30">
              <a:extLst>
                <a:ext uri="{FF2B5EF4-FFF2-40B4-BE49-F238E27FC236}">
                  <a16:creationId xmlns:a16="http://schemas.microsoft.com/office/drawing/2014/main" id="{19AA183E-410A-55EC-0207-D799CA790A71}"/>
                </a:ext>
              </a:extLst>
            </p:cNvPr>
            <p:cNvSpPr/>
            <p:nvPr/>
          </p:nvSpPr>
          <p:spPr>
            <a:xfrm flipH="1">
              <a:off x="52202" y="3116733"/>
              <a:ext cx="205356" cy="352"/>
            </a:xfrm>
            <a:custGeom>
              <a:avLst/>
              <a:gdLst/>
              <a:ahLst/>
              <a:cxnLst/>
              <a:rect l="l" t="t" r="r" b="b"/>
              <a:pathLst>
                <a:path w="584" h="1" fill="none" extrusionOk="0">
                  <a:moveTo>
                    <a:pt x="1" y="0"/>
                  </a:moveTo>
                  <a:lnTo>
                    <a:pt x="583" y="0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" name="Google Shape;3426;p30">
              <a:extLst>
                <a:ext uri="{FF2B5EF4-FFF2-40B4-BE49-F238E27FC236}">
                  <a16:creationId xmlns:a16="http://schemas.microsoft.com/office/drawing/2014/main" id="{F9421DA1-E065-1482-2AC0-8C29AF060262}"/>
                </a:ext>
              </a:extLst>
            </p:cNvPr>
            <p:cNvSpPr/>
            <p:nvPr/>
          </p:nvSpPr>
          <p:spPr>
            <a:xfrm flipH="1">
              <a:off x="254041" y="3544322"/>
              <a:ext cx="103029" cy="352"/>
            </a:xfrm>
            <a:custGeom>
              <a:avLst/>
              <a:gdLst/>
              <a:ahLst/>
              <a:cxnLst/>
              <a:rect l="l" t="t" r="r" b="b"/>
              <a:pathLst>
                <a:path w="293" h="1" fill="none" extrusionOk="0">
                  <a:moveTo>
                    <a:pt x="1" y="1"/>
                  </a:moveTo>
                  <a:lnTo>
                    <a:pt x="292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" name="Google Shape;3427;p30">
              <a:extLst>
                <a:ext uri="{FF2B5EF4-FFF2-40B4-BE49-F238E27FC236}">
                  <a16:creationId xmlns:a16="http://schemas.microsoft.com/office/drawing/2014/main" id="{E898964B-2F6F-B638-5AB1-558B973583A7}"/>
                </a:ext>
              </a:extLst>
            </p:cNvPr>
            <p:cNvSpPr/>
            <p:nvPr/>
          </p:nvSpPr>
          <p:spPr>
            <a:xfrm flipH="1">
              <a:off x="-164407" y="3573156"/>
              <a:ext cx="836192" cy="352"/>
            </a:xfrm>
            <a:custGeom>
              <a:avLst/>
              <a:gdLst/>
              <a:ahLst/>
              <a:cxnLst/>
              <a:rect l="l" t="t" r="r" b="b"/>
              <a:pathLst>
                <a:path w="2378" h="1" extrusionOk="0">
                  <a:moveTo>
                    <a:pt x="1" y="0"/>
                  </a:moveTo>
                  <a:lnTo>
                    <a:pt x="2378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" name="Google Shape;3428;p30">
              <a:extLst>
                <a:ext uri="{FF2B5EF4-FFF2-40B4-BE49-F238E27FC236}">
                  <a16:creationId xmlns:a16="http://schemas.microsoft.com/office/drawing/2014/main" id="{12FF4225-FF04-F77B-23E2-C9A276C2C85E}"/>
                </a:ext>
              </a:extLst>
            </p:cNvPr>
            <p:cNvSpPr/>
            <p:nvPr/>
          </p:nvSpPr>
          <p:spPr>
            <a:xfrm flipH="1">
              <a:off x="-164407" y="3573156"/>
              <a:ext cx="836192" cy="352"/>
            </a:xfrm>
            <a:custGeom>
              <a:avLst/>
              <a:gdLst/>
              <a:ahLst/>
              <a:cxnLst/>
              <a:rect l="l" t="t" r="r" b="b"/>
              <a:pathLst>
                <a:path w="2378" h="1" fill="none" extrusionOk="0">
                  <a:moveTo>
                    <a:pt x="1" y="0"/>
                  </a:moveTo>
                  <a:lnTo>
                    <a:pt x="2378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" name="Google Shape;3445;p30">
              <a:extLst>
                <a:ext uri="{FF2B5EF4-FFF2-40B4-BE49-F238E27FC236}">
                  <a16:creationId xmlns:a16="http://schemas.microsoft.com/office/drawing/2014/main" id="{867A7AB3-67F2-0A41-FAA3-26B7669AFF3D}"/>
                </a:ext>
              </a:extLst>
            </p:cNvPr>
            <p:cNvSpPr/>
            <p:nvPr/>
          </p:nvSpPr>
          <p:spPr>
            <a:xfrm flipH="1">
              <a:off x="4886633" y="835130"/>
              <a:ext cx="4220" cy="2813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1"/>
                  </a:moveTo>
                  <a:lnTo>
                    <a:pt x="1" y="1"/>
                  </a:lnTo>
                  <a:cubicBezTo>
                    <a:pt x="4" y="4"/>
                    <a:pt x="7" y="8"/>
                    <a:pt x="9" y="8"/>
                  </a:cubicBezTo>
                  <a:cubicBezTo>
                    <a:pt x="10" y="8"/>
                    <a:pt x="11" y="8"/>
                    <a:pt x="12" y="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695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" name="Google Shape;3450;p30">
              <a:extLst>
                <a:ext uri="{FF2B5EF4-FFF2-40B4-BE49-F238E27FC236}">
                  <a16:creationId xmlns:a16="http://schemas.microsoft.com/office/drawing/2014/main" id="{93E62C70-7172-233A-8537-17403673C69F}"/>
                </a:ext>
              </a:extLst>
            </p:cNvPr>
            <p:cNvSpPr/>
            <p:nvPr/>
          </p:nvSpPr>
          <p:spPr>
            <a:xfrm flipH="1">
              <a:off x="4227666" y="810516"/>
              <a:ext cx="3165" cy="9143"/>
            </a:xfrm>
            <a:custGeom>
              <a:avLst/>
              <a:gdLst/>
              <a:ahLst/>
              <a:cxnLst/>
              <a:rect l="l" t="t" r="r" b="b"/>
              <a:pathLst>
                <a:path w="9" h="26" extrusionOk="0">
                  <a:moveTo>
                    <a:pt x="0" y="0"/>
                  </a:moveTo>
                  <a:cubicBezTo>
                    <a:pt x="0" y="7"/>
                    <a:pt x="4" y="15"/>
                    <a:pt x="9" y="26"/>
                  </a:cubicBezTo>
                  <a:cubicBezTo>
                    <a:pt x="7" y="17"/>
                    <a:pt x="7" y="7"/>
                    <a:pt x="0" y="0"/>
                  </a:cubicBezTo>
                  <a:close/>
                </a:path>
              </a:pathLst>
            </a:custGeom>
            <a:solidFill>
              <a:srgbClr val="FF695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" name="Google Shape;3470;p30">
              <a:extLst>
                <a:ext uri="{FF2B5EF4-FFF2-40B4-BE49-F238E27FC236}">
                  <a16:creationId xmlns:a16="http://schemas.microsoft.com/office/drawing/2014/main" id="{9DBCC2EC-BC83-27E1-487D-22626B71DBD5}"/>
                </a:ext>
              </a:extLst>
            </p:cNvPr>
            <p:cNvSpPr/>
            <p:nvPr/>
          </p:nvSpPr>
          <p:spPr>
            <a:xfrm flipH="1">
              <a:off x="1525978" y="876059"/>
              <a:ext cx="362537" cy="235596"/>
            </a:xfrm>
            <a:custGeom>
              <a:avLst/>
              <a:gdLst/>
              <a:ahLst/>
              <a:cxnLst/>
              <a:rect l="l" t="t" r="r" b="b"/>
              <a:pathLst>
                <a:path w="1031" h="670" extrusionOk="0">
                  <a:moveTo>
                    <a:pt x="107" y="0"/>
                  </a:moveTo>
                  <a:cubicBezTo>
                    <a:pt x="75" y="0"/>
                    <a:pt x="43" y="17"/>
                    <a:pt x="26" y="47"/>
                  </a:cubicBezTo>
                  <a:cubicBezTo>
                    <a:pt x="0" y="92"/>
                    <a:pt x="13" y="150"/>
                    <a:pt x="58" y="175"/>
                  </a:cubicBezTo>
                  <a:lnTo>
                    <a:pt x="874" y="657"/>
                  </a:lnTo>
                  <a:cubicBezTo>
                    <a:pt x="889" y="666"/>
                    <a:pt x="905" y="670"/>
                    <a:pt x="921" y="670"/>
                  </a:cubicBezTo>
                  <a:cubicBezTo>
                    <a:pt x="954" y="670"/>
                    <a:pt x="985" y="653"/>
                    <a:pt x="1003" y="623"/>
                  </a:cubicBezTo>
                  <a:cubicBezTo>
                    <a:pt x="1030" y="578"/>
                    <a:pt x="1015" y="520"/>
                    <a:pt x="970" y="494"/>
                  </a:cubicBezTo>
                  <a:lnTo>
                    <a:pt x="154" y="13"/>
                  </a:lnTo>
                  <a:cubicBezTo>
                    <a:pt x="140" y="4"/>
                    <a:pt x="123" y="0"/>
                    <a:pt x="107" y="0"/>
                  </a:cubicBez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" name="Google Shape;3471;p30">
              <a:extLst>
                <a:ext uri="{FF2B5EF4-FFF2-40B4-BE49-F238E27FC236}">
                  <a16:creationId xmlns:a16="http://schemas.microsoft.com/office/drawing/2014/main" id="{15511AF3-2DB4-FC2C-C11A-BED5305AF6FF}"/>
                </a:ext>
              </a:extLst>
            </p:cNvPr>
            <p:cNvSpPr/>
            <p:nvPr/>
          </p:nvSpPr>
          <p:spPr>
            <a:xfrm flipH="1">
              <a:off x="1797792" y="574003"/>
              <a:ext cx="500379" cy="438139"/>
            </a:xfrm>
            <a:custGeom>
              <a:avLst/>
              <a:gdLst/>
              <a:ahLst/>
              <a:cxnLst/>
              <a:rect l="l" t="t" r="r" b="b"/>
              <a:pathLst>
                <a:path w="1423" h="1246" extrusionOk="0">
                  <a:moveTo>
                    <a:pt x="712" y="1"/>
                  </a:moveTo>
                  <a:cubicBezTo>
                    <a:pt x="500" y="1"/>
                    <a:pt x="292" y="110"/>
                    <a:pt x="176" y="306"/>
                  </a:cubicBezTo>
                  <a:cubicBezTo>
                    <a:pt x="0" y="604"/>
                    <a:pt x="99" y="985"/>
                    <a:pt x="394" y="1159"/>
                  </a:cubicBezTo>
                  <a:cubicBezTo>
                    <a:pt x="494" y="1218"/>
                    <a:pt x="604" y="1246"/>
                    <a:pt x="712" y="1246"/>
                  </a:cubicBezTo>
                  <a:cubicBezTo>
                    <a:pt x="925" y="1246"/>
                    <a:pt x="1132" y="1136"/>
                    <a:pt x="1249" y="940"/>
                  </a:cubicBezTo>
                  <a:cubicBezTo>
                    <a:pt x="1422" y="645"/>
                    <a:pt x="1324" y="261"/>
                    <a:pt x="1028" y="88"/>
                  </a:cubicBezTo>
                  <a:cubicBezTo>
                    <a:pt x="929" y="29"/>
                    <a:pt x="820" y="1"/>
                    <a:pt x="712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" name="Google Shape;3472;p30">
              <a:extLst>
                <a:ext uri="{FF2B5EF4-FFF2-40B4-BE49-F238E27FC236}">
                  <a16:creationId xmlns:a16="http://schemas.microsoft.com/office/drawing/2014/main" id="{F461D8AA-A33B-2413-A4DC-75DFB94250C3}"/>
                </a:ext>
              </a:extLst>
            </p:cNvPr>
            <p:cNvSpPr/>
            <p:nvPr/>
          </p:nvSpPr>
          <p:spPr>
            <a:xfrm flipH="1">
              <a:off x="1844560" y="614792"/>
              <a:ext cx="407195" cy="357263"/>
            </a:xfrm>
            <a:custGeom>
              <a:avLst/>
              <a:gdLst/>
              <a:ahLst/>
              <a:cxnLst/>
              <a:rect l="l" t="t" r="r" b="b"/>
              <a:pathLst>
                <a:path w="1158" h="1016" extrusionOk="0">
                  <a:moveTo>
                    <a:pt x="578" y="1"/>
                  </a:moveTo>
                  <a:cubicBezTo>
                    <a:pt x="496" y="1"/>
                    <a:pt x="412" y="21"/>
                    <a:pt x="335" y="64"/>
                  </a:cubicBezTo>
                  <a:cubicBezTo>
                    <a:pt x="89" y="199"/>
                    <a:pt x="1" y="507"/>
                    <a:pt x="136" y="753"/>
                  </a:cubicBezTo>
                  <a:cubicBezTo>
                    <a:pt x="228" y="920"/>
                    <a:pt x="402" y="1015"/>
                    <a:pt x="580" y="1015"/>
                  </a:cubicBezTo>
                  <a:cubicBezTo>
                    <a:pt x="663" y="1015"/>
                    <a:pt x="746" y="995"/>
                    <a:pt x="823" y="953"/>
                  </a:cubicBezTo>
                  <a:cubicBezTo>
                    <a:pt x="1070" y="816"/>
                    <a:pt x="1157" y="509"/>
                    <a:pt x="1023" y="263"/>
                  </a:cubicBezTo>
                  <a:cubicBezTo>
                    <a:pt x="930" y="96"/>
                    <a:pt x="757" y="1"/>
                    <a:pt x="57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" name="Google Shape;3473;p30">
              <a:extLst>
                <a:ext uri="{FF2B5EF4-FFF2-40B4-BE49-F238E27FC236}">
                  <a16:creationId xmlns:a16="http://schemas.microsoft.com/office/drawing/2014/main" id="{085F9770-DA84-7B17-BAAC-24FBF937C053}"/>
                </a:ext>
              </a:extLst>
            </p:cNvPr>
            <p:cNvSpPr/>
            <p:nvPr/>
          </p:nvSpPr>
          <p:spPr>
            <a:xfrm flipH="1">
              <a:off x="2090002" y="680548"/>
              <a:ext cx="65053" cy="179687"/>
            </a:xfrm>
            <a:custGeom>
              <a:avLst/>
              <a:gdLst/>
              <a:ahLst/>
              <a:cxnLst/>
              <a:rect l="l" t="t" r="r" b="b"/>
              <a:pathLst>
                <a:path w="185" h="511" extrusionOk="0">
                  <a:moveTo>
                    <a:pt x="0" y="511"/>
                  </a:moveTo>
                  <a:lnTo>
                    <a:pt x="184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" name="Google Shape;3474;p30">
              <a:extLst>
                <a:ext uri="{FF2B5EF4-FFF2-40B4-BE49-F238E27FC236}">
                  <a16:creationId xmlns:a16="http://schemas.microsoft.com/office/drawing/2014/main" id="{4FD6EE19-57C4-6109-F021-B2F4B24219B1}"/>
                </a:ext>
              </a:extLst>
            </p:cNvPr>
            <p:cNvSpPr/>
            <p:nvPr/>
          </p:nvSpPr>
          <p:spPr>
            <a:xfrm flipH="1">
              <a:off x="2090002" y="680548"/>
              <a:ext cx="65053" cy="179687"/>
            </a:xfrm>
            <a:custGeom>
              <a:avLst/>
              <a:gdLst/>
              <a:ahLst/>
              <a:cxnLst/>
              <a:rect l="l" t="t" r="r" b="b"/>
              <a:pathLst>
                <a:path w="185" h="511" fill="none" extrusionOk="0">
                  <a:moveTo>
                    <a:pt x="0" y="511"/>
                  </a:moveTo>
                  <a:lnTo>
                    <a:pt x="184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" name="Google Shape;3475;p30">
              <a:extLst>
                <a:ext uri="{FF2B5EF4-FFF2-40B4-BE49-F238E27FC236}">
                  <a16:creationId xmlns:a16="http://schemas.microsoft.com/office/drawing/2014/main" id="{9984BF9A-68CA-9853-EEA6-12545E5DEB40}"/>
                </a:ext>
              </a:extLst>
            </p:cNvPr>
            <p:cNvSpPr/>
            <p:nvPr/>
          </p:nvSpPr>
          <p:spPr>
            <a:xfrm flipH="1">
              <a:off x="2016158" y="704812"/>
              <a:ext cx="66108" cy="178983"/>
            </a:xfrm>
            <a:custGeom>
              <a:avLst/>
              <a:gdLst/>
              <a:ahLst/>
              <a:cxnLst/>
              <a:rect l="l" t="t" r="r" b="b"/>
              <a:pathLst>
                <a:path w="188" h="509" extrusionOk="0">
                  <a:moveTo>
                    <a:pt x="1" y="508"/>
                  </a:moveTo>
                  <a:lnTo>
                    <a:pt x="187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" name="Google Shape;3476;p30">
              <a:extLst>
                <a:ext uri="{FF2B5EF4-FFF2-40B4-BE49-F238E27FC236}">
                  <a16:creationId xmlns:a16="http://schemas.microsoft.com/office/drawing/2014/main" id="{730CC09C-EE57-9751-26E3-C57E25C909AC}"/>
                </a:ext>
              </a:extLst>
            </p:cNvPr>
            <p:cNvSpPr/>
            <p:nvPr/>
          </p:nvSpPr>
          <p:spPr>
            <a:xfrm flipH="1">
              <a:off x="2016158" y="704812"/>
              <a:ext cx="66108" cy="178983"/>
            </a:xfrm>
            <a:custGeom>
              <a:avLst/>
              <a:gdLst/>
              <a:ahLst/>
              <a:cxnLst/>
              <a:rect l="l" t="t" r="r" b="b"/>
              <a:pathLst>
                <a:path w="188" h="509" fill="none" extrusionOk="0">
                  <a:moveTo>
                    <a:pt x="1" y="508"/>
                  </a:moveTo>
                  <a:lnTo>
                    <a:pt x="187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" name="Google Shape;3477;p30">
              <a:extLst>
                <a:ext uri="{FF2B5EF4-FFF2-40B4-BE49-F238E27FC236}">
                  <a16:creationId xmlns:a16="http://schemas.microsoft.com/office/drawing/2014/main" id="{8AAF682D-789E-46F1-A54A-69FD790A9529}"/>
                </a:ext>
              </a:extLst>
            </p:cNvPr>
            <p:cNvSpPr/>
            <p:nvPr/>
          </p:nvSpPr>
          <p:spPr>
            <a:xfrm flipH="1">
              <a:off x="1944776" y="722745"/>
              <a:ext cx="65756" cy="179687"/>
            </a:xfrm>
            <a:custGeom>
              <a:avLst/>
              <a:gdLst/>
              <a:ahLst/>
              <a:cxnLst/>
              <a:rect l="l" t="t" r="r" b="b"/>
              <a:pathLst>
                <a:path w="187" h="511" extrusionOk="0">
                  <a:moveTo>
                    <a:pt x="0" y="511"/>
                  </a:moveTo>
                  <a:lnTo>
                    <a:pt x="187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" name="Google Shape;3478;p30">
              <a:extLst>
                <a:ext uri="{FF2B5EF4-FFF2-40B4-BE49-F238E27FC236}">
                  <a16:creationId xmlns:a16="http://schemas.microsoft.com/office/drawing/2014/main" id="{97DCFBA3-FB65-32F1-4370-4DAAC37BE309}"/>
                </a:ext>
              </a:extLst>
            </p:cNvPr>
            <p:cNvSpPr/>
            <p:nvPr/>
          </p:nvSpPr>
          <p:spPr>
            <a:xfrm flipH="1">
              <a:off x="1944776" y="722745"/>
              <a:ext cx="65756" cy="179687"/>
            </a:xfrm>
            <a:custGeom>
              <a:avLst/>
              <a:gdLst/>
              <a:ahLst/>
              <a:cxnLst/>
              <a:rect l="l" t="t" r="r" b="b"/>
              <a:pathLst>
                <a:path w="187" h="511" fill="none" extrusionOk="0">
                  <a:moveTo>
                    <a:pt x="0" y="511"/>
                  </a:moveTo>
                  <a:lnTo>
                    <a:pt x="187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" name="Google Shape;3544;p30">
              <a:extLst>
                <a:ext uri="{FF2B5EF4-FFF2-40B4-BE49-F238E27FC236}">
                  <a16:creationId xmlns:a16="http://schemas.microsoft.com/office/drawing/2014/main" id="{617F7047-1F18-4AA8-1C50-BB02DFF73582}"/>
                </a:ext>
              </a:extLst>
            </p:cNvPr>
            <p:cNvSpPr/>
            <p:nvPr/>
          </p:nvSpPr>
          <p:spPr>
            <a:xfrm flipH="1">
              <a:off x="113385" y="2304101"/>
              <a:ext cx="804545" cy="516905"/>
            </a:xfrm>
            <a:custGeom>
              <a:avLst/>
              <a:gdLst/>
              <a:ahLst/>
              <a:cxnLst/>
              <a:rect l="l" t="t" r="r" b="b"/>
              <a:pathLst>
                <a:path w="2288" h="1470" extrusionOk="0">
                  <a:moveTo>
                    <a:pt x="13" y="1"/>
                  </a:moveTo>
                  <a:cubicBezTo>
                    <a:pt x="7" y="1"/>
                    <a:pt x="0" y="7"/>
                    <a:pt x="0" y="16"/>
                  </a:cubicBezTo>
                  <a:lnTo>
                    <a:pt x="0" y="1455"/>
                  </a:lnTo>
                  <a:cubicBezTo>
                    <a:pt x="0" y="1463"/>
                    <a:pt x="7" y="1470"/>
                    <a:pt x="13" y="1470"/>
                  </a:cubicBezTo>
                  <a:lnTo>
                    <a:pt x="2273" y="1470"/>
                  </a:lnTo>
                  <a:cubicBezTo>
                    <a:pt x="2281" y="1470"/>
                    <a:pt x="2288" y="1463"/>
                    <a:pt x="2288" y="1455"/>
                  </a:cubicBezTo>
                  <a:lnTo>
                    <a:pt x="2288" y="16"/>
                  </a:lnTo>
                  <a:cubicBezTo>
                    <a:pt x="2288" y="7"/>
                    <a:pt x="2281" y="1"/>
                    <a:pt x="2273" y="1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" name="Google Shape;3545;p30">
              <a:extLst>
                <a:ext uri="{FF2B5EF4-FFF2-40B4-BE49-F238E27FC236}">
                  <a16:creationId xmlns:a16="http://schemas.microsoft.com/office/drawing/2014/main" id="{37855A81-2572-2FCC-04EC-CE066A27C824}"/>
                </a:ext>
              </a:extLst>
            </p:cNvPr>
            <p:cNvSpPr/>
            <p:nvPr/>
          </p:nvSpPr>
          <p:spPr>
            <a:xfrm flipH="1">
              <a:off x="123934" y="2487656"/>
              <a:ext cx="783447" cy="333352"/>
            </a:xfrm>
            <a:custGeom>
              <a:avLst/>
              <a:gdLst/>
              <a:ahLst/>
              <a:cxnLst/>
              <a:rect l="l" t="t" r="r" b="b"/>
              <a:pathLst>
                <a:path w="2228" h="948" extrusionOk="0">
                  <a:moveTo>
                    <a:pt x="1113" y="1"/>
                  </a:moveTo>
                  <a:cubicBezTo>
                    <a:pt x="1109" y="1"/>
                    <a:pt x="1104" y="2"/>
                    <a:pt x="1101" y="5"/>
                  </a:cubicBezTo>
                  <a:lnTo>
                    <a:pt x="15" y="909"/>
                  </a:lnTo>
                  <a:cubicBezTo>
                    <a:pt x="0" y="922"/>
                    <a:pt x="9" y="948"/>
                    <a:pt x="28" y="948"/>
                  </a:cubicBezTo>
                  <a:lnTo>
                    <a:pt x="2200" y="948"/>
                  </a:lnTo>
                  <a:cubicBezTo>
                    <a:pt x="2219" y="948"/>
                    <a:pt x="2228" y="922"/>
                    <a:pt x="2213" y="909"/>
                  </a:cubicBezTo>
                  <a:lnTo>
                    <a:pt x="1127" y="5"/>
                  </a:lnTo>
                  <a:cubicBezTo>
                    <a:pt x="1122" y="2"/>
                    <a:pt x="1118" y="1"/>
                    <a:pt x="1113" y="1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" name="Google Shape;3546;p30">
              <a:extLst>
                <a:ext uri="{FF2B5EF4-FFF2-40B4-BE49-F238E27FC236}">
                  <a16:creationId xmlns:a16="http://schemas.microsoft.com/office/drawing/2014/main" id="{319BE21D-2487-F7E5-2E55-4DB6C26F9F2D}"/>
                </a:ext>
              </a:extLst>
            </p:cNvPr>
            <p:cNvSpPr/>
            <p:nvPr/>
          </p:nvSpPr>
          <p:spPr>
            <a:xfrm flipH="1">
              <a:off x="124638" y="2304101"/>
              <a:ext cx="782040" cy="322803"/>
            </a:xfrm>
            <a:custGeom>
              <a:avLst/>
              <a:gdLst/>
              <a:ahLst/>
              <a:cxnLst/>
              <a:rect l="l" t="t" r="r" b="b"/>
              <a:pathLst>
                <a:path w="2224" h="918" extrusionOk="0">
                  <a:moveTo>
                    <a:pt x="32" y="1"/>
                  </a:moveTo>
                  <a:cubicBezTo>
                    <a:pt x="11" y="1"/>
                    <a:pt x="0" y="28"/>
                    <a:pt x="17" y="41"/>
                  </a:cubicBezTo>
                  <a:lnTo>
                    <a:pt x="1097" y="913"/>
                  </a:lnTo>
                  <a:cubicBezTo>
                    <a:pt x="1101" y="916"/>
                    <a:pt x="1107" y="918"/>
                    <a:pt x="1112" y="918"/>
                  </a:cubicBezTo>
                  <a:cubicBezTo>
                    <a:pt x="1117" y="918"/>
                    <a:pt x="1122" y="916"/>
                    <a:pt x="1125" y="913"/>
                  </a:cubicBezTo>
                  <a:lnTo>
                    <a:pt x="2206" y="41"/>
                  </a:lnTo>
                  <a:cubicBezTo>
                    <a:pt x="2223" y="28"/>
                    <a:pt x="2213" y="1"/>
                    <a:pt x="2191" y="1"/>
                  </a:cubicBezTo>
                  <a:close/>
                </a:path>
              </a:pathLst>
            </a:custGeom>
            <a:solidFill>
              <a:srgbClr val="FFFFFF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" name="Google Shape;3547;p30">
              <a:extLst>
                <a:ext uri="{FF2B5EF4-FFF2-40B4-BE49-F238E27FC236}">
                  <a16:creationId xmlns:a16="http://schemas.microsoft.com/office/drawing/2014/main" id="{2059BF36-20C1-F5A2-9200-3218EBBE296E}"/>
                </a:ext>
              </a:extLst>
            </p:cNvPr>
            <p:cNvSpPr/>
            <p:nvPr/>
          </p:nvSpPr>
          <p:spPr>
            <a:xfrm flipH="1">
              <a:off x="569108" y="2820654"/>
              <a:ext cx="317176" cy="39735"/>
            </a:xfrm>
            <a:custGeom>
              <a:avLst/>
              <a:gdLst/>
              <a:ahLst/>
              <a:cxnLst/>
              <a:rect l="l" t="t" r="r" b="b"/>
              <a:pathLst>
                <a:path w="902" h="113" extrusionOk="0">
                  <a:moveTo>
                    <a:pt x="0" y="1"/>
                  </a:moveTo>
                  <a:lnTo>
                    <a:pt x="0" y="112"/>
                  </a:lnTo>
                  <a:lnTo>
                    <a:pt x="902" y="11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" name="Google Shape;3558;p30">
              <a:extLst>
                <a:ext uri="{FF2B5EF4-FFF2-40B4-BE49-F238E27FC236}">
                  <a16:creationId xmlns:a16="http://schemas.microsoft.com/office/drawing/2014/main" id="{0605BAE3-981B-ED11-D5E5-5789D8829BCE}"/>
                </a:ext>
              </a:extLst>
            </p:cNvPr>
            <p:cNvSpPr/>
            <p:nvPr/>
          </p:nvSpPr>
          <p:spPr>
            <a:xfrm flipH="1">
              <a:off x="4540305" y="1810855"/>
              <a:ext cx="287287" cy="507060"/>
            </a:xfrm>
            <a:custGeom>
              <a:avLst/>
              <a:gdLst/>
              <a:ahLst/>
              <a:cxnLst/>
              <a:rect l="l" t="t" r="r" b="b"/>
              <a:pathLst>
                <a:path w="817" h="1442" extrusionOk="0">
                  <a:moveTo>
                    <a:pt x="22" y="0"/>
                  </a:moveTo>
                  <a:cubicBezTo>
                    <a:pt x="9" y="0"/>
                    <a:pt x="1" y="9"/>
                    <a:pt x="1" y="22"/>
                  </a:cubicBezTo>
                  <a:lnTo>
                    <a:pt x="1" y="1420"/>
                  </a:lnTo>
                  <a:cubicBezTo>
                    <a:pt x="1" y="1433"/>
                    <a:pt x="9" y="1442"/>
                    <a:pt x="22" y="1442"/>
                  </a:cubicBezTo>
                  <a:lnTo>
                    <a:pt x="795" y="1442"/>
                  </a:lnTo>
                  <a:cubicBezTo>
                    <a:pt x="806" y="1442"/>
                    <a:pt x="817" y="1433"/>
                    <a:pt x="817" y="1420"/>
                  </a:cubicBezTo>
                  <a:lnTo>
                    <a:pt x="817" y="22"/>
                  </a:lnTo>
                  <a:cubicBezTo>
                    <a:pt x="817" y="9"/>
                    <a:pt x="806" y="0"/>
                    <a:pt x="795" y="0"/>
                  </a:cubicBezTo>
                  <a:close/>
                </a:path>
              </a:pathLst>
            </a:custGeom>
            <a:solidFill>
              <a:srgbClr val="83AEE9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" name="Google Shape;3559;p30">
              <a:extLst>
                <a:ext uri="{FF2B5EF4-FFF2-40B4-BE49-F238E27FC236}">
                  <a16:creationId xmlns:a16="http://schemas.microsoft.com/office/drawing/2014/main" id="{F775064B-08E3-9AD6-89F8-5959C3A54D3C}"/>
                </a:ext>
              </a:extLst>
            </p:cNvPr>
            <p:cNvSpPr/>
            <p:nvPr/>
          </p:nvSpPr>
          <p:spPr>
            <a:xfrm flipH="1">
              <a:off x="4867678" y="1974367"/>
              <a:ext cx="287287" cy="343549"/>
            </a:xfrm>
            <a:custGeom>
              <a:avLst/>
              <a:gdLst/>
              <a:ahLst/>
              <a:cxnLst/>
              <a:rect l="l" t="t" r="r" b="b"/>
              <a:pathLst>
                <a:path w="817" h="977" extrusionOk="0">
                  <a:moveTo>
                    <a:pt x="22" y="0"/>
                  </a:moveTo>
                  <a:cubicBezTo>
                    <a:pt x="9" y="0"/>
                    <a:pt x="0" y="9"/>
                    <a:pt x="0" y="21"/>
                  </a:cubicBezTo>
                  <a:lnTo>
                    <a:pt x="0" y="955"/>
                  </a:lnTo>
                  <a:cubicBezTo>
                    <a:pt x="0" y="968"/>
                    <a:pt x="9" y="977"/>
                    <a:pt x="22" y="977"/>
                  </a:cubicBezTo>
                  <a:lnTo>
                    <a:pt x="795" y="977"/>
                  </a:lnTo>
                  <a:cubicBezTo>
                    <a:pt x="806" y="977"/>
                    <a:pt x="816" y="968"/>
                    <a:pt x="816" y="955"/>
                  </a:cubicBezTo>
                  <a:lnTo>
                    <a:pt x="816" y="21"/>
                  </a:lnTo>
                  <a:cubicBezTo>
                    <a:pt x="816" y="9"/>
                    <a:pt x="806" y="0"/>
                    <a:pt x="795" y="0"/>
                  </a:cubicBezTo>
                  <a:close/>
                </a:path>
              </a:pathLst>
            </a:custGeom>
            <a:solidFill>
              <a:srgbClr val="83AEE9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" name="Google Shape;3560;p30">
              <a:extLst>
                <a:ext uri="{FF2B5EF4-FFF2-40B4-BE49-F238E27FC236}">
                  <a16:creationId xmlns:a16="http://schemas.microsoft.com/office/drawing/2014/main" id="{3B2DDE10-37E1-0865-1555-FC74DA79F62C}"/>
                </a:ext>
              </a:extLst>
            </p:cNvPr>
            <p:cNvSpPr/>
            <p:nvPr/>
          </p:nvSpPr>
          <p:spPr>
            <a:xfrm flipH="1">
              <a:off x="4212581" y="1630819"/>
              <a:ext cx="287287" cy="687099"/>
            </a:xfrm>
            <a:custGeom>
              <a:avLst/>
              <a:gdLst/>
              <a:ahLst/>
              <a:cxnLst/>
              <a:rect l="l" t="t" r="r" b="b"/>
              <a:pathLst>
                <a:path w="817" h="1954" extrusionOk="0">
                  <a:moveTo>
                    <a:pt x="20" y="0"/>
                  </a:moveTo>
                  <a:cubicBezTo>
                    <a:pt x="9" y="0"/>
                    <a:pt x="1" y="9"/>
                    <a:pt x="1" y="22"/>
                  </a:cubicBezTo>
                  <a:lnTo>
                    <a:pt x="1" y="1932"/>
                  </a:lnTo>
                  <a:cubicBezTo>
                    <a:pt x="1" y="1945"/>
                    <a:pt x="9" y="1954"/>
                    <a:pt x="20" y="1954"/>
                  </a:cubicBezTo>
                  <a:lnTo>
                    <a:pt x="795" y="1954"/>
                  </a:lnTo>
                  <a:cubicBezTo>
                    <a:pt x="806" y="1954"/>
                    <a:pt x="817" y="1945"/>
                    <a:pt x="817" y="1932"/>
                  </a:cubicBezTo>
                  <a:lnTo>
                    <a:pt x="817" y="22"/>
                  </a:lnTo>
                  <a:cubicBezTo>
                    <a:pt x="817" y="9"/>
                    <a:pt x="806" y="0"/>
                    <a:pt x="795" y="0"/>
                  </a:cubicBezTo>
                  <a:close/>
                </a:path>
              </a:pathLst>
            </a:custGeom>
            <a:solidFill>
              <a:srgbClr val="83AEE9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" name="Google Shape;3561;p30">
              <a:extLst>
                <a:ext uri="{FF2B5EF4-FFF2-40B4-BE49-F238E27FC236}">
                  <a16:creationId xmlns:a16="http://schemas.microsoft.com/office/drawing/2014/main" id="{57538A0F-B9BB-5AA0-5B24-15372D8A14BF}"/>
                </a:ext>
              </a:extLst>
            </p:cNvPr>
            <p:cNvSpPr/>
            <p:nvPr/>
          </p:nvSpPr>
          <p:spPr>
            <a:xfrm flipH="1">
              <a:off x="4076144" y="2371715"/>
              <a:ext cx="1215960" cy="57668"/>
            </a:xfrm>
            <a:custGeom>
              <a:avLst/>
              <a:gdLst/>
              <a:ahLst/>
              <a:cxnLst/>
              <a:rect l="l" t="t" r="r" b="b"/>
              <a:pathLst>
                <a:path w="3458" h="164" extrusionOk="0">
                  <a:moveTo>
                    <a:pt x="82" y="1"/>
                  </a:moveTo>
                  <a:cubicBezTo>
                    <a:pt x="37" y="1"/>
                    <a:pt x="0" y="37"/>
                    <a:pt x="0" y="82"/>
                  </a:cubicBezTo>
                  <a:cubicBezTo>
                    <a:pt x="0" y="127"/>
                    <a:pt x="37" y="164"/>
                    <a:pt x="82" y="164"/>
                  </a:cubicBezTo>
                  <a:lnTo>
                    <a:pt x="3376" y="164"/>
                  </a:lnTo>
                  <a:cubicBezTo>
                    <a:pt x="3421" y="164"/>
                    <a:pt x="3457" y="127"/>
                    <a:pt x="3457" y="82"/>
                  </a:cubicBezTo>
                  <a:cubicBezTo>
                    <a:pt x="3457" y="37"/>
                    <a:pt x="3421" y="1"/>
                    <a:pt x="3376" y="1"/>
                  </a:cubicBezTo>
                  <a:close/>
                </a:path>
              </a:pathLst>
            </a:custGeom>
            <a:solidFill>
              <a:srgbClr val="FCC63C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" name="Google Shape;3562;p30">
              <a:extLst>
                <a:ext uri="{FF2B5EF4-FFF2-40B4-BE49-F238E27FC236}">
                  <a16:creationId xmlns:a16="http://schemas.microsoft.com/office/drawing/2014/main" id="{CEF52F91-ACCE-19DD-1583-EC90D3D2EEB3}"/>
                </a:ext>
              </a:extLst>
            </p:cNvPr>
            <p:cNvSpPr/>
            <p:nvPr/>
          </p:nvSpPr>
          <p:spPr>
            <a:xfrm flipH="1">
              <a:off x="4225238" y="1383618"/>
              <a:ext cx="1054909" cy="520773"/>
            </a:xfrm>
            <a:custGeom>
              <a:avLst/>
              <a:gdLst/>
              <a:ahLst/>
              <a:cxnLst/>
              <a:rect l="l" t="t" r="r" b="b"/>
              <a:pathLst>
                <a:path w="3000" h="1481" fill="none" extrusionOk="0">
                  <a:moveTo>
                    <a:pt x="1" y="1481"/>
                  </a:moveTo>
                  <a:lnTo>
                    <a:pt x="881" y="1369"/>
                  </a:lnTo>
                  <a:lnTo>
                    <a:pt x="954" y="1027"/>
                  </a:lnTo>
                  <a:lnTo>
                    <a:pt x="1898" y="838"/>
                  </a:lnTo>
                  <a:lnTo>
                    <a:pt x="1967" y="382"/>
                  </a:lnTo>
                  <a:lnTo>
                    <a:pt x="2999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" name="Google Shape;3563;p30">
              <a:extLst>
                <a:ext uri="{FF2B5EF4-FFF2-40B4-BE49-F238E27FC236}">
                  <a16:creationId xmlns:a16="http://schemas.microsoft.com/office/drawing/2014/main" id="{934CABA2-C554-1372-624D-A32C87C6CC63}"/>
                </a:ext>
              </a:extLst>
            </p:cNvPr>
            <p:cNvSpPr/>
            <p:nvPr/>
          </p:nvSpPr>
          <p:spPr>
            <a:xfrm flipH="1">
              <a:off x="4151320" y="1333445"/>
              <a:ext cx="106195" cy="95997"/>
            </a:xfrm>
            <a:custGeom>
              <a:avLst/>
              <a:gdLst/>
              <a:ahLst/>
              <a:cxnLst/>
              <a:rect l="l" t="t" r="r" b="b"/>
              <a:pathLst>
                <a:path w="302" h="273" extrusionOk="0">
                  <a:moveTo>
                    <a:pt x="37" y="1"/>
                  </a:moveTo>
                  <a:cubicBezTo>
                    <a:pt x="14" y="1"/>
                    <a:pt x="0" y="26"/>
                    <a:pt x="16" y="44"/>
                  </a:cubicBezTo>
                  <a:lnTo>
                    <a:pt x="83" y="121"/>
                  </a:lnTo>
                  <a:cubicBezTo>
                    <a:pt x="87" y="127"/>
                    <a:pt x="89" y="134"/>
                    <a:pt x="89" y="142"/>
                  </a:cubicBezTo>
                  <a:lnTo>
                    <a:pt x="80" y="243"/>
                  </a:lnTo>
                  <a:cubicBezTo>
                    <a:pt x="79" y="261"/>
                    <a:pt x="93" y="272"/>
                    <a:pt x="107" y="272"/>
                  </a:cubicBezTo>
                  <a:cubicBezTo>
                    <a:pt x="113" y="272"/>
                    <a:pt x="120" y="270"/>
                    <a:pt x="125" y="264"/>
                  </a:cubicBezTo>
                  <a:lnTo>
                    <a:pt x="286" y="91"/>
                  </a:lnTo>
                  <a:cubicBezTo>
                    <a:pt x="301" y="76"/>
                    <a:pt x="292" y="50"/>
                    <a:pt x="271" y="48"/>
                  </a:cubicBezTo>
                  <a:lnTo>
                    <a:pt x="42" y="1"/>
                  </a:lnTo>
                  <a:cubicBezTo>
                    <a:pt x="40" y="1"/>
                    <a:pt x="38" y="1"/>
                    <a:pt x="37" y="1"/>
                  </a:cubicBezTo>
                  <a:close/>
                </a:path>
              </a:pathLst>
            </a:custGeom>
            <a:solidFill>
              <a:srgbClr val="C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15" name="副标题 514">
            <a:extLst>
              <a:ext uri="{FF2B5EF4-FFF2-40B4-BE49-F238E27FC236}">
                <a16:creationId xmlns:a16="http://schemas.microsoft.com/office/drawing/2014/main" id="{E3E36118-0DB1-AAEC-1EB4-211578B2C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6033" y="4831373"/>
            <a:ext cx="4617600" cy="153117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B13719"/>
                </a:solidFill>
                <a:latin typeface="方正兰亭大黑_GBK" panose="02000000000000000000" pitchFamily="2" charset="-122"/>
                <a:ea typeface="方正兰亭大黑_GBK" panose="02000000000000000000" pitchFamily="2" charset="-122"/>
              </a:rPr>
              <a:t>天津理工大学</a:t>
            </a:r>
            <a:endParaRPr lang="en-US" altLang="zh-CN" sz="2400" dirty="0">
              <a:solidFill>
                <a:srgbClr val="B13719"/>
              </a:solidFill>
              <a:latin typeface="方正兰亭大黑_GBK" panose="02000000000000000000" pitchFamily="2" charset="-122"/>
              <a:ea typeface="方正兰亭大黑_GBK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B13719"/>
                </a:solidFill>
                <a:latin typeface="方正兰亭大黑_GBK" panose="02000000000000000000" pitchFamily="2" charset="-122"/>
                <a:ea typeface="方正兰亭大黑_GBK" panose="02000000000000000000" pitchFamily="2" charset="-122"/>
              </a:rPr>
              <a:t>计算机科学与工程学院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526" name="图片 525">
            <a:extLst>
              <a:ext uri="{FF2B5EF4-FFF2-40B4-BE49-F238E27FC236}">
                <a16:creationId xmlns:a16="http://schemas.microsoft.com/office/drawing/2014/main" id="{3C37D78D-A211-2DB7-A8E7-E9FF06F75F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85" y="294825"/>
            <a:ext cx="2959331" cy="84525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96EFA1D1-7FD4-7639-CF64-9EE7A0C52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3832FAE7-D732-5005-E5F1-AB5349B3C0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AD4D79F5-A91F-CCB1-ED96-F8E667C340DA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3714318C-2DAA-51C8-505F-6166464F5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6CC483C4-D4FA-E63A-09A0-79C6C4227D10}"/>
              </a:ext>
            </a:extLst>
          </p:cNvPr>
          <p:cNvSpPr txBox="1"/>
          <p:nvPr/>
        </p:nvSpPr>
        <p:spPr>
          <a:xfrm>
            <a:off x="1102575" y="294825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Minimal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的存储结构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530EA484-C00F-E66D-FD49-F4C34677E5C4}"/>
              </a:ext>
            </a:extLst>
          </p:cNvPr>
          <p:cNvSpPr txBox="1"/>
          <p:nvPr/>
        </p:nvSpPr>
        <p:spPr>
          <a:xfrm>
            <a:off x="2958723" y="5003257"/>
            <a:ext cx="66864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735B51"/>
                </a:solidFill>
              </a:rPr>
              <a:t>使用</a:t>
            </a:r>
            <a:r>
              <a:rPr lang="en-US" altLang="zh-CN" sz="2000" b="1" spc="300" dirty="0">
                <a:solidFill>
                  <a:srgbClr val="735B51"/>
                </a:solidFill>
              </a:rPr>
              <a:t>map</a:t>
            </a:r>
            <a:r>
              <a:rPr lang="zh-CN" altLang="en-US" sz="2000" b="1" spc="300" dirty="0">
                <a:solidFill>
                  <a:srgbClr val="735B51"/>
                </a:solidFill>
              </a:rPr>
              <a:t>结构存储，带有索引性质。</a:t>
            </a:r>
          </a:p>
          <a:p>
            <a:pPr marL="342900" indent="-342900" algn="just">
              <a:buFont typeface="Wingdings" panose="05000000000000000000" pitchFamily="2" charset="2"/>
              <a:buChar char="l"/>
            </a:pPr>
            <a:endParaRPr lang="en-US" altLang="zh-CN" sz="2000" b="1" spc="300" dirty="0">
              <a:solidFill>
                <a:srgbClr val="735B5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735B51"/>
                </a:solidFill>
              </a:rPr>
              <a:t>存储</a:t>
            </a:r>
            <a:r>
              <a:rPr lang="en-US" altLang="zh-CN" sz="2000" b="1" spc="300" dirty="0">
                <a:solidFill>
                  <a:srgbClr val="735B51"/>
                </a:solidFill>
              </a:rPr>
              <a:t>key-value</a:t>
            </a:r>
            <a:r>
              <a:rPr lang="zh-CN" altLang="en-US" sz="2000" b="1" spc="300" dirty="0">
                <a:solidFill>
                  <a:srgbClr val="735B51"/>
                </a:solidFill>
              </a:rPr>
              <a:t>形式的数据。</a:t>
            </a:r>
            <a:endParaRPr lang="en-US" altLang="zh-CN" sz="2000" b="1" spc="300" dirty="0">
              <a:solidFill>
                <a:srgbClr val="735B5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l"/>
            </a:pPr>
            <a:endParaRPr lang="zh-CN" altLang="en-US" sz="2000" b="1" spc="300" dirty="0">
              <a:solidFill>
                <a:srgbClr val="735B5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735B51"/>
                </a:solidFill>
              </a:rPr>
              <a:t>即使是数组也可以当作一个最简单的</a:t>
            </a:r>
            <a:r>
              <a:rPr lang="zh-CN" altLang="en-US" sz="2000" b="1" spc="300" dirty="0"/>
              <a:t>数据容器</a:t>
            </a:r>
            <a:r>
              <a:rPr lang="zh-CN" altLang="en-US" sz="2000" b="1" spc="300" dirty="0">
                <a:solidFill>
                  <a:srgbClr val="735B51"/>
                </a:solidFill>
              </a:rPr>
              <a:t>。</a:t>
            </a:r>
          </a:p>
        </p:txBody>
      </p:sp>
      <p:grpSp>
        <p:nvGrpSpPr>
          <p:cNvPr id="282" name="组合 281">
            <a:extLst>
              <a:ext uri="{FF2B5EF4-FFF2-40B4-BE49-F238E27FC236}">
                <a16:creationId xmlns:a16="http://schemas.microsoft.com/office/drawing/2014/main" id="{90BCAD9F-904E-61E3-1702-9CC6183364F4}"/>
              </a:ext>
            </a:extLst>
          </p:cNvPr>
          <p:cNvGrpSpPr/>
          <p:nvPr/>
        </p:nvGrpSpPr>
        <p:grpSpPr>
          <a:xfrm>
            <a:off x="1102575" y="1213358"/>
            <a:ext cx="9310132" cy="3678261"/>
            <a:chOff x="1102575" y="1213358"/>
            <a:chExt cx="9310132" cy="3678261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FF073262-C7B5-4B13-F139-8D909E8A5347}"/>
                </a:ext>
              </a:extLst>
            </p:cNvPr>
            <p:cNvGrpSpPr/>
            <p:nvPr/>
          </p:nvGrpSpPr>
          <p:grpSpPr>
            <a:xfrm>
              <a:off x="4500897" y="1213358"/>
              <a:ext cx="2709366" cy="3643450"/>
              <a:chOff x="1774213" y="1438835"/>
              <a:chExt cx="2539896" cy="3415554"/>
            </a:xfrm>
          </p:grpSpPr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7466584C-B413-5EEF-1BE6-D96911980F87}"/>
                  </a:ext>
                </a:extLst>
              </p:cNvPr>
              <p:cNvSpPr/>
              <p:nvPr/>
            </p:nvSpPr>
            <p:spPr>
              <a:xfrm>
                <a:off x="1840650" y="1438835"/>
                <a:ext cx="2407023" cy="3415554"/>
              </a:xfrm>
              <a:prstGeom prst="roundRect">
                <a:avLst/>
              </a:prstGeom>
              <a:noFill/>
              <a:ln>
                <a:solidFill>
                  <a:srgbClr val="DC7D4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减号 2">
                <a:extLst>
                  <a:ext uri="{FF2B5EF4-FFF2-40B4-BE49-F238E27FC236}">
                    <a16:creationId xmlns:a16="http://schemas.microsoft.com/office/drawing/2014/main" id="{FF0E8634-371D-4EDF-DDE2-4DE6AE6E7953}"/>
                  </a:ext>
                </a:extLst>
              </p:cNvPr>
              <p:cNvSpPr/>
              <p:nvPr/>
            </p:nvSpPr>
            <p:spPr>
              <a:xfrm>
                <a:off x="1774213" y="1789673"/>
                <a:ext cx="2539896" cy="213939"/>
              </a:xfrm>
              <a:prstGeom prst="mathMinus">
                <a:avLst/>
              </a:prstGeom>
              <a:solidFill>
                <a:srgbClr val="DC7D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DDD9139-AC07-6F46-CC8F-5C80EBBEAE09}"/>
                  </a:ext>
                </a:extLst>
              </p:cNvPr>
              <p:cNvSpPr txBox="1"/>
              <p:nvPr/>
            </p:nvSpPr>
            <p:spPr>
              <a:xfrm>
                <a:off x="2625704" y="1438835"/>
                <a:ext cx="8369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rgbClr val="B13719"/>
                    </a:solidFill>
                    <a:latin typeface="inpin heiti" charset="-122"/>
                    <a:cs typeface="+mn-ea"/>
                    <a:sym typeface="+mn-lt"/>
                  </a:rPr>
                  <a:t>内存</a:t>
                </a:r>
                <a:endParaRPr lang="en-US" altLang="zh-CN" sz="2400" b="1" dirty="0">
                  <a:solidFill>
                    <a:srgbClr val="B13719"/>
                  </a:solidFill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1FA5367A-2FC3-9C4C-4B0B-F64CEC2AE8FC}"/>
                  </a:ext>
                </a:extLst>
              </p:cNvPr>
              <p:cNvSpPr/>
              <p:nvPr/>
            </p:nvSpPr>
            <p:spPr>
              <a:xfrm>
                <a:off x="2233173" y="2333337"/>
                <a:ext cx="1621972" cy="1477026"/>
              </a:xfrm>
              <a:prstGeom prst="roundRect">
                <a:avLst/>
              </a:prstGeom>
              <a:noFill/>
              <a:ln>
                <a:solidFill>
                  <a:srgbClr val="B1371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251741B-7152-627F-F42B-6BF2AE6CE470}"/>
                  </a:ext>
                </a:extLst>
              </p:cNvPr>
              <p:cNvSpPr txBox="1"/>
              <p:nvPr/>
            </p:nvSpPr>
            <p:spPr>
              <a:xfrm>
                <a:off x="2118076" y="2510572"/>
                <a:ext cx="1852167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000" dirty="0">
                    <a:solidFill>
                      <a:srgbClr val="B13719"/>
                    </a:solidFill>
                    <a:latin typeface="inpin heiti" charset="-122"/>
                    <a:cs typeface="+mn-ea"/>
                    <a:sym typeface="+mn-lt"/>
                  </a:rPr>
                  <a:t>Map</a:t>
                </a:r>
              </a:p>
              <a:p>
                <a:pPr algn="ctr"/>
                <a:r>
                  <a:rPr lang="en-US" altLang="zh-CN" sz="2000" dirty="0">
                    <a:solidFill>
                      <a:srgbClr val="B13719"/>
                    </a:solidFill>
                    <a:latin typeface="inpin heiti" charset="-122"/>
                    <a:cs typeface="+mn-ea"/>
                    <a:sym typeface="+mn-lt"/>
                  </a:rPr>
                  <a:t>Key-value</a:t>
                </a:r>
              </a:p>
              <a:p>
                <a:pPr algn="ctr"/>
                <a:r>
                  <a:rPr lang="en-US" altLang="zh-CN" sz="2000" dirty="0">
                    <a:solidFill>
                      <a:srgbClr val="B13719"/>
                    </a:solidFill>
                    <a:latin typeface="inpin heiti" charset="-122"/>
                    <a:cs typeface="+mn-ea"/>
                    <a:sym typeface="+mn-lt"/>
                  </a:rPr>
                  <a:t>Key-value</a:t>
                </a:r>
              </a:p>
              <a:p>
                <a:pPr algn="ctr"/>
                <a:r>
                  <a:rPr lang="en-US" altLang="zh-CN" sz="2000" dirty="0">
                    <a:solidFill>
                      <a:srgbClr val="B13719"/>
                    </a:solidFill>
                    <a:latin typeface="inpin heiti" charset="-122"/>
                    <a:cs typeface="+mn-ea"/>
                    <a:sym typeface="+mn-lt"/>
                  </a:rPr>
                  <a:t>…</a:t>
                </a: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426FE14-BF2C-38B4-1CAD-A4416BB9614A}"/>
                  </a:ext>
                </a:extLst>
              </p:cNvPr>
              <p:cNvSpPr txBox="1"/>
              <p:nvPr/>
            </p:nvSpPr>
            <p:spPr>
              <a:xfrm>
                <a:off x="2233173" y="4179797"/>
                <a:ext cx="162197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B13719"/>
                    </a:solidFill>
                    <a:latin typeface="inpin heiti" charset="-122"/>
                    <a:cs typeface="+mn-ea"/>
                    <a:sym typeface="+mn-lt"/>
                  </a:rPr>
                  <a:t>其他程序</a:t>
                </a:r>
                <a:endParaRPr lang="en-US" altLang="zh-CN" sz="2000" b="1" dirty="0">
                  <a:solidFill>
                    <a:srgbClr val="B13719"/>
                  </a:solidFill>
                  <a:latin typeface="inpin heiti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E64E356-48A3-84B5-176E-E7B0EC4B71B8}"/>
                </a:ext>
              </a:extLst>
            </p:cNvPr>
            <p:cNvGrpSpPr/>
            <p:nvPr/>
          </p:nvGrpSpPr>
          <p:grpSpPr>
            <a:xfrm>
              <a:off x="7703341" y="1248169"/>
              <a:ext cx="2709366" cy="3643450"/>
              <a:chOff x="5251095" y="1721223"/>
              <a:chExt cx="2539896" cy="3415554"/>
            </a:xfrm>
          </p:grpSpPr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A760DD52-534D-757F-35AF-E5DC3B95E4B4}"/>
                  </a:ext>
                </a:extLst>
              </p:cNvPr>
              <p:cNvSpPr/>
              <p:nvPr/>
            </p:nvSpPr>
            <p:spPr>
              <a:xfrm>
                <a:off x="5251095" y="1721223"/>
                <a:ext cx="2407023" cy="3415554"/>
              </a:xfrm>
              <a:prstGeom prst="roundRect">
                <a:avLst/>
              </a:prstGeom>
              <a:noFill/>
              <a:ln>
                <a:solidFill>
                  <a:srgbClr val="DC7D4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减号 9">
                <a:extLst>
                  <a:ext uri="{FF2B5EF4-FFF2-40B4-BE49-F238E27FC236}">
                    <a16:creationId xmlns:a16="http://schemas.microsoft.com/office/drawing/2014/main" id="{BA826F8C-3090-E0D0-66D3-AC44EF268B95}"/>
                  </a:ext>
                </a:extLst>
              </p:cNvPr>
              <p:cNvSpPr/>
              <p:nvPr/>
            </p:nvSpPr>
            <p:spPr>
              <a:xfrm>
                <a:off x="5251095" y="2075918"/>
                <a:ext cx="2539896" cy="213939"/>
              </a:xfrm>
              <a:prstGeom prst="mathMinus">
                <a:avLst/>
              </a:prstGeom>
              <a:solidFill>
                <a:srgbClr val="DC7D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A83A44E-9276-C080-E5AC-9210F776272D}"/>
                  </a:ext>
                </a:extLst>
              </p:cNvPr>
              <p:cNvSpPr txBox="1"/>
              <p:nvPr/>
            </p:nvSpPr>
            <p:spPr>
              <a:xfrm>
                <a:off x="6102586" y="1725080"/>
                <a:ext cx="8369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2400" b="1" dirty="0">
                    <a:solidFill>
                      <a:srgbClr val="B13719"/>
                    </a:solidFill>
                    <a:latin typeface="inpin heiti" charset="-122"/>
                    <a:cs typeface="+mn-ea"/>
                    <a:sym typeface="+mn-lt"/>
                  </a:rPr>
                  <a:t>硬盘</a:t>
                </a:r>
                <a:endParaRPr lang="en-US" altLang="zh-CN" sz="2400" b="1" dirty="0">
                  <a:solidFill>
                    <a:srgbClr val="B13719"/>
                  </a:solidFill>
                  <a:latin typeface="inpin heiti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AE382ED7-2765-9937-2695-22EE0FFF3D51}"/>
                </a:ext>
              </a:extLst>
            </p:cNvPr>
            <p:cNvGrpSpPr/>
            <p:nvPr/>
          </p:nvGrpSpPr>
          <p:grpSpPr>
            <a:xfrm>
              <a:off x="1103683" y="2211771"/>
              <a:ext cx="2365546" cy="558130"/>
              <a:chOff x="146719" y="2652016"/>
              <a:chExt cx="2217586" cy="523220"/>
            </a:xfrm>
          </p:grpSpPr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895199D6-2A68-0F72-5FD6-86D6B1AA8A51}"/>
                  </a:ext>
                </a:extLst>
              </p:cNvPr>
              <p:cNvSpPr/>
              <p:nvPr/>
            </p:nvSpPr>
            <p:spPr>
              <a:xfrm>
                <a:off x="146719" y="2652016"/>
                <a:ext cx="2217586" cy="523220"/>
              </a:xfrm>
              <a:prstGeom prst="roundRect">
                <a:avLst/>
              </a:prstGeom>
              <a:solidFill>
                <a:srgbClr val="D7AF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038FA20-ACCF-007B-3CA8-64FC9C22C466}"/>
                  </a:ext>
                </a:extLst>
              </p:cNvPr>
              <p:cNvSpPr txBox="1"/>
              <p:nvPr/>
            </p:nvSpPr>
            <p:spPr>
              <a:xfrm>
                <a:off x="406936" y="2665067"/>
                <a:ext cx="16971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b="1" spc="300" dirty="0">
                    <a:solidFill>
                      <a:schemeClr val="bg1"/>
                    </a:solidFill>
                    <a:effectLst>
                      <a:outerShdw blurRad="50800" dist="38100" algn="l" rotWithShape="0">
                        <a:prstClr val="black">
                          <a:alpha val="40000"/>
                        </a:prstClr>
                      </a:outerShdw>
                    </a:effectLst>
                  </a:rPr>
                  <a:t>get (</a:t>
                </a:r>
                <a:r>
                  <a:rPr lang="en-US" altLang="zh-CN" sz="2000" b="1" spc="300" dirty="0">
                    <a:solidFill>
                      <a:schemeClr val="bg1"/>
                    </a:solidFill>
                    <a:effectLst>
                      <a:outerShdw blurRad="50800" dist="38100" algn="l" rotWithShape="0">
                        <a:prstClr val="black">
                          <a:alpha val="40000"/>
                        </a:prstClr>
                      </a:outerShdw>
                    </a:effectLst>
                  </a:rPr>
                  <a:t>key</a:t>
                </a:r>
                <a:r>
                  <a:rPr lang="en-US" altLang="zh-CN" sz="2400" b="1" spc="300" dirty="0">
                    <a:solidFill>
                      <a:schemeClr val="bg1"/>
                    </a:solidFill>
                    <a:effectLst>
                      <a:outerShdw blurRad="50800" dist="38100" algn="l" rotWithShape="0">
                        <a:prstClr val="black">
                          <a:alpha val="40000"/>
                        </a:prstClr>
                      </a:outerShdw>
                    </a:effectLst>
                  </a:rPr>
                  <a:t>)</a:t>
                </a: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6252F4C-D4B8-6018-D303-58E2EFD2CAAF}"/>
                </a:ext>
              </a:extLst>
            </p:cNvPr>
            <p:cNvGrpSpPr/>
            <p:nvPr/>
          </p:nvGrpSpPr>
          <p:grpSpPr>
            <a:xfrm>
              <a:off x="1102575" y="3242520"/>
              <a:ext cx="2400980" cy="558130"/>
              <a:chOff x="113501" y="3682765"/>
              <a:chExt cx="2284022" cy="523220"/>
            </a:xfrm>
          </p:grpSpPr>
          <p:sp>
            <p:nvSpPr>
              <p:cNvPr id="16" name="矩形: 圆角 15">
                <a:extLst>
                  <a:ext uri="{FF2B5EF4-FFF2-40B4-BE49-F238E27FC236}">
                    <a16:creationId xmlns:a16="http://schemas.microsoft.com/office/drawing/2014/main" id="{EA6B1B75-FF40-EB9F-4B77-FA71C56B41DE}"/>
                  </a:ext>
                </a:extLst>
              </p:cNvPr>
              <p:cNvSpPr/>
              <p:nvPr/>
            </p:nvSpPr>
            <p:spPr>
              <a:xfrm>
                <a:off x="113501" y="3682765"/>
                <a:ext cx="2250804" cy="523220"/>
              </a:xfrm>
              <a:prstGeom prst="roundRect">
                <a:avLst/>
              </a:prstGeom>
              <a:solidFill>
                <a:srgbClr val="D7AF5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9C7E0A9-84BA-9543-495C-8746F15A0254}"/>
                  </a:ext>
                </a:extLst>
              </p:cNvPr>
              <p:cNvSpPr txBox="1"/>
              <p:nvPr/>
            </p:nvSpPr>
            <p:spPr>
              <a:xfrm>
                <a:off x="146719" y="3759709"/>
                <a:ext cx="2250804" cy="3462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b="1" spc="300" dirty="0">
                    <a:solidFill>
                      <a:schemeClr val="bg1"/>
                    </a:solidFill>
                    <a:effectLst>
                      <a:outerShdw blurRad="50800" dist="38100" algn="l" rotWithShape="0">
                        <a:prstClr val="black">
                          <a:alpha val="40000"/>
                        </a:prstClr>
                      </a:outerShdw>
                    </a:effectLst>
                  </a:rPr>
                  <a:t>put(</a:t>
                </a:r>
                <a:r>
                  <a:rPr lang="en-US" altLang="zh-CN" b="1" spc="300" dirty="0" err="1">
                    <a:solidFill>
                      <a:schemeClr val="bg1"/>
                    </a:solidFill>
                    <a:effectLst>
                      <a:outerShdw blurRad="50800" dist="38100" algn="l" rotWithShape="0">
                        <a:prstClr val="black">
                          <a:alpha val="40000"/>
                        </a:prstClr>
                      </a:outerShdw>
                    </a:effectLst>
                  </a:rPr>
                  <a:t>key,value</a:t>
                </a:r>
                <a:r>
                  <a:rPr lang="en-US" altLang="zh-CN" b="1" spc="300" dirty="0">
                    <a:solidFill>
                      <a:schemeClr val="bg1"/>
                    </a:solidFill>
                    <a:effectLst>
                      <a:outerShdw blurRad="50800" dist="38100" algn="l" rotWithShape="0">
                        <a:prstClr val="black">
                          <a:alpha val="40000"/>
                        </a:prstClr>
                      </a:outerShdw>
                    </a:effectLst>
                  </a:rPr>
                  <a:t>)</a:t>
                </a:r>
              </a:p>
            </p:txBody>
          </p:sp>
        </p:grp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F945C0A9-0EBF-7B63-E631-2179176DC9CE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3469229" y="2490836"/>
              <a:ext cx="1235508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985358F4-784C-AA02-E65D-2FE22EDF228E}"/>
                </a:ext>
              </a:extLst>
            </p:cNvPr>
            <p:cNvCxnSpPr>
              <a:cxnSpLocks/>
            </p:cNvCxnSpPr>
            <p:nvPr/>
          </p:nvCxnSpPr>
          <p:spPr>
            <a:xfrm>
              <a:off x="3468636" y="3521585"/>
              <a:ext cx="1222410" cy="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99828A21-CBEF-12A5-3475-3EF3B2101E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1046" y="2476987"/>
              <a:ext cx="13691" cy="1044598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7" name="直接箭头连接符 256">
              <a:extLst>
                <a:ext uri="{FF2B5EF4-FFF2-40B4-BE49-F238E27FC236}">
                  <a16:creationId xmlns:a16="http://schemas.microsoft.com/office/drawing/2014/main" id="{3360ED85-A875-1F69-B7F7-96808D41D47A}"/>
                </a:ext>
              </a:extLst>
            </p:cNvPr>
            <p:cNvCxnSpPr>
              <a:cxnSpLocks/>
            </p:cNvCxnSpPr>
            <p:nvPr/>
          </p:nvCxnSpPr>
          <p:spPr>
            <a:xfrm>
              <a:off x="4691046" y="3018164"/>
              <a:ext cx="29943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920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C256FFCE-E062-4208-38B9-4C7867E3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9564CDD7-2247-5CB2-299D-AD18A603AA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C6B26E44-EA92-45C4-423E-3E16627E1510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1AB67409-47BA-2418-DD30-D6920D7C2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54F8AAF3-D283-F131-2C17-E779019425D0}"/>
              </a:ext>
            </a:extLst>
          </p:cNvPr>
          <p:cNvSpPr txBox="1"/>
          <p:nvPr/>
        </p:nvSpPr>
        <p:spPr>
          <a:xfrm>
            <a:off x="1102575" y="294825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Minimal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的存储结构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F590CE30-44DC-97C2-3C4C-5934C1BE5976}"/>
              </a:ext>
            </a:extLst>
          </p:cNvPr>
          <p:cNvSpPr txBox="1"/>
          <p:nvPr/>
        </p:nvSpPr>
        <p:spPr>
          <a:xfrm>
            <a:off x="6696582" y="2192436"/>
            <a:ext cx="506793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1" spc="300" dirty="0">
                <a:solidFill>
                  <a:srgbClr val="735B51"/>
                </a:solidFill>
              </a:rPr>
              <a:t>     一个功能最小化的存储结构应该首先具有以下功能</a:t>
            </a:r>
            <a:r>
              <a:rPr lang="en-US" altLang="zh-CN" sz="2000" b="1" spc="300" dirty="0">
                <a:solidFill>
                  <a:srgbClr val="735B51"/>
                </a:solidFill>
              </a:rPr>
              <a:t>:</a:t>
            </a:r>
          </a:p>
          <a:p>
            <a:pPr algn="just"/>
            <a:endParaRPr lang="zh-CN" altLang="en-US" sz="2000" b="1" spc="300" dirty="0">
              <a:solidFill>
                <a:srgbClr val="735B5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735B51"/>
                </a:solidFill>
              </a:rPr>
              <a:t>根据指定规则放入。</a:t>
            </a:r>
            <a:endParaRPr lang="en-US" altLang="zh-CN" sz="2000" b="1" spc="300" dirty="0">
              <a:solidFill>
                <a:srgbClr val="735B51"/>
              </a:solidFill>
            </a:endParaRPr>
          </a:p>
          <a:p>
            <a:pPr algn="just"/>
            <a:endParaRPr lang="zh-CN" altLang="en-US" sz="2000" b="1" spc="300" dirty="0">
              <a:solidFill>
                <a:srgbClr val="735B5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735B51"/>
                </a:solidFill>
              </a:rPr>
              <a:t>根据指定规则读出。</a:t>
            </a:r>
            <a:endParaRPr lang="en-US" altLang="zh-CN" sz="2000" b="1" spc="300" dirty="0">
              <a:solidFill>
                <a:srgbClr val="735B51"/>
              </a:solidFill>
            </a:endParaRPr>
          </a:p>
        </p:txBody>
      </p:sp>
      <p:grpSp>
        <p:nvGrpSpPr>
          <p:cNvPr id="13" name="Group 8">
            <a:extLst>
              <a:ext uri="{FF2B5EF4-FFF2-40B4-BE49-F238E27FC236}">
                <a16:creationId xmlns:a16="http://schemas.microsoft.com/office/drawing/2014/main" id="{E1A24757-7FB3-FB10-131B-4346A583B8CD}"/>
              </a:ext>
            </a:extLst>
          </p:cNvPr>
          <p:cNvGrpSpPr/>
          <p:nvPr/>
        </p:nvGrpSpPr>
        <p:grpSpPr>
          <a:xfrm>
            <a:off x="427482" y="1426743"/>
            <a:ext cx="5668518" cy="5136431"/>
            <a:chOff x="5158824" y="4226334"/>
            <a:chExt cx="1892117" cy="1800644"/>
          </a:xfrm>
        </p:grpSpPr>
        <p:sp>
          <p:nvSpPr>
            <p:cNvPr id="14" name="Oval 211">
              <a:extLst>
                <a:ext uri="{FF2B5EF4-FFF2-40B4-BE49-F238E27FC236}">
                  <a16:creationId xmlns:a16="http://schemas.microsoft.com/office/drawing/2014/main" id="{4481576E-2A21-0B91-3E0B-3254200B6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7223" y="5815212"/>
              <a:ext cx="1206695" cy="211766"/>
            </a:xfrm>
            <a:prstGeom prst="ellipse">
              <a:avLst/>
            </a:pr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19" name="Freeform 212">
              <a:extLst>
                <a:ext uri="{FF2B5EF4-FFF2-40B4-BE49-F238E27FC236}">
                  <a16:creationId xmlns:a16="http://schemas.microsoft.com/office/drawing/2014/main" id="{C07008DA-1BD3-3100-28B0-F288B3496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1374" y="5296446"/>
              <a:ext cx="828271" cy="641566"/>
            </a:xfrm>
            <a:custGeom>
              <a:avLst/>
              <a:gdLst>
                <a:gd name="T0" fmla="*/ 528 w 700"/>
                <a:gd name="T1" fmla="*/ 211 h 542"/>
                <a:gd name="T2" fmla="*/ 607 w 700"/>
                <a:gd name="T3" fmla="*/ 0 h 542"/>
                <a:gd name="T4" fmla="*/ 68 w 700"/>
                <a:gd name="T5" fmla="*/ 0 h 542"/>
                <a:gd name="T6" fmla="*/ 156 w 700"/>
                <a:gd name="T7" fmla="*/ 220 h 542"/>
                <a:gd name="T8" fmla="*/ 0 w 700"/>
                <a:gd name="T9" fmla="*/ 496 h 542"/>
                <a:gd name="T10" fmla="*/ 1 w 700"/>
                <a:gd name="T11" fmla="*/ 496 h 542"/>
                <a:gd name="T12" fmla="*/ 1 w 700"/>
                <a:gd name="T13" fmla="*/ 542 h 542"/>
                <a:gd name="T14" fmla="*/ 699 w 700"/>
                <a:gd name="T15" fmla="*/ 542 h 542"/>
                <a:gd name="T16" fmla="*/ 699 w 700"/>
                <a:gd name="T17" fmla="*/ 496 h 542"/>
                <a:gd name="T18" fmla="*/ 700 w 700"/>
                <a:gd name="T19" fmla="*/ 496 h 542"/>
                <a:gd name="T20" fmla="*/ 528 w 700"/>
                <a:gd name="T21" fmla="*/ 211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00" h="542">
                  <a:moveTo>
                    <a:pt x="528" y="211"/>
                  </a:moveTo>
                  <a:cubicBezTo>
                    <a:pt x="528" y="130"/>
                    <a:pt x="558" y="57"/>
                    <a:pt x="607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122" y="58"/>
                    <a:pt x="156" y="135"/>
                    <a:pt x="156" y="220"/>
                  </a:cubicBezTo>
                  <a:cubicBezTo>
                    <a:pt x="156" y="337"/>
                    <a:pt x="93" y="440"/>
                    <a:pt x="0" y="496"/>
                  </a:cubicBezTo>
                  <a:cubicBezTo>
                    <a:pt x="1" y="496"/>
                    <a:pt x="1" y="496"/>
                    <a:pt x="1" y="496"/>
                  </a:cubicBezTo>
                  <a:cubicBezTo>
                    <a:pt x="1" y="542"/>
                    <a:pt x="1" y="542"/>
                    <a:pt x="1" y="542"/>
                  </a:cubicBezTo>
                  <a:cubicBezTo>
                    <a:pt x="699" y="542"/>
                    <a:pt x="699" y="542"/>
                    <a:pt x="699" y="542"/>
                  </a:cubicBezTo>
                  <a:cubicBezTo>
                    <a:pt x="699" y="496"/>
                    <a:pt x="699" y="496"/>
                    <a:pt x="699" y="496"/>
                  </a:cubicBezTo>
                  <a:cubicBezTo>
                    <a:pt x="700" y="496"/>
                    <a:pt x="700" y="496"/>
                    <a:pt x="700" y="496"/>
                  </a:cubicBezTo>
                  <a:cubicBezTo>
                    <a:pt x="598" y="442"/>
                    <a:pt x="528" y="335"/>
                    <a:pt x="528" y="21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20" name="Freeform 213">
              <a:extLst>
                <a:ext uri="{FF2B5EF4-FFF2-40B4-BE49-F238E27FC236}">
                  <a16:creationId xmlns:a16="http://schemas.microsoft.com/office/drawing/2014/main" id="{40E9E8EC-4041-4FD0-A19E-09B857A0A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824" y="4226334"/>
              <a:ext cx="1892117" cy="1324483"/>
            </a:xfrm>
            <a:custGeom>
              <a:avLst/>
              <a:gdLst>
                <a:gd name="T0" fmla="*/ 1598 w 1598"/>
                <a:gd name="T1" fmla="*/ 1028 h 1119"/>
                <a:gd name="T2" fmla="*/ 1506 w 1598"/>
                <a:gd name="T3" fmla="*/ 1119 h 1119"/>
                <a:gd name="T4" fmla="*/ 91 w 1598"/>
                <a:gd name="T5" fmla="*/ 1119 h 1119"/>
                <a:gd name="T6" fmla="*/ 0 w 1598"/>
                <a:gd name="T7" fmla="*/ 1028 h 1119"/>
                <a:gd name="T8" fmla="*/ 0 w 1598"/>
                <a:gd name="T9" fmla="*/ 91 h 1119"/>
                <a:gd name="T10" fmla="*/ 91 w 1598"/>
                <a:gd name="T11" fmla="*/ 0 h 1119"/>
                <a:gd name="T12" fmla="*/ 1506 w 1598"/>
                <a:gd name="T13" fmla="*/ 0 h 1119"/>
                <a:gd name="T14" fmla="*/ 1598 w 1598"/>
                <a:gd name="T15" fmla="*/ 91 h 1119"/>
                <a:gd name="T16" fmla="*/ 1598 w 1598"/>
                <a:gd name="T17" fmla="*/ 1028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98" h="1119">
                  <a:moveTo>
                    <a:pt x="1598" y="1028"/>
                  </a:moveTo>
                  <a:cubicBezTo>
                    <a:pt x="1598" y="1078"/>
                    <a:pt x="1557" y="1119"/>
                    <a:pt x="1506" y="1119"/>
                  </a:cubicBezTo>
                  <a:cubicBezTo>
                    <a:pt x="91" y="1119"/>
                    <a:pt x="91" y="1119"/>
                    <a:pt x="91" y="1119"/>
                  </a:cubicBezTo>
                  <a:cubicBezTo>
                    <a:pt x="41" y="1119"/>
                    <a:pt x="0" y="1078"/>
                    <a:pt x="0" y="1028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0" y="41"/>
                    <a:pt x="41" y="0"/>
                    <a:pt x="91" y="0"/>
                  </a:cubicBezTo>
                  <a:cubicBezTo>
                    <a:pt x="1506" y="0"/>
                    <a:pt x="1506" y="0"/>
                    <a:pt x="1506" y="0"/>
                  </a:cubicBezTo>
                  <a:cubicBezTo>
                    <a:pt x="1557" y="0"/>
                    <a:pt x="1598" y="41"/>
                    <a:pt x="1598" y="91"/>
                  </a:cubicBezTo>
                  <a:lnTo>
                    <a:pt x="1598" y="1028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23" name="Oval 214">
              <a:extLst>
                <a:ext uri="{FF2B5EF4-FFF2-40B4-BE49-F238E27FC236}">
                  <a16:creationId xmlns:a16="http://schemas.microsoft.com/office/drawing/2014/main" id="{3A1B5FAB-8C8C-F75D-CF18-AFA94DEAA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8568" y="5430522"/>
              <a:ext cx="52629" cy="55134"/>
            </a:xfrm>
            <a:prstGeom prst="ellipse">
              <a:avLst/>
            </a:prstGeom>
            <a:solidFill>
              <a:srgbClr val="F6FB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25" name="Rectangle 215">
              <a:extLst>
                <a:ext uri="{FF2B5EF4-FFF2-40B4-BE49-F238E27FC236}">
                  <a16:creationId xmlns:a16="http://schemas.microsoft.com/office/drawing/2014/main" id="{1EDC894A-F020-A792-6EBC-87CDD953E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1575" y="4326578"/>
              <a:ext cx="1686616" cy="101247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724C1F14-7D0D-7042-3FED-D524BC37E7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6476"/>
          <a:stretch/>
        </p:blipFill>
        <p:spPr>
          <a:xfrm>
            <a:off x="876768" y="1740975"/>
            <a:ext cx="4769944" cy="28338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6668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D0D8F16-5D89-B57C-4FDF-A0498F22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99D0CC18-2699-1F98-D49F-5DFE3D148E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B5C54A9E-D818-C239-D930-64C17B718457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8022E303-C590-D55A-0EBC-95F394841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13B23FFF-492F-CD34-319C-08D52117B96B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Minimal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的存储结构</a:t>
            </a:r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-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持久化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FE9386D8-3B9D-3EB0-4BC1-BA5E77C2D955}"/>
              </a:ext>
            </a:extLst>
          </p:cNvPr>
          <p:cNvSpPr txBox="1"/>
          <p:nvPr/>
        </p:nvSpPr>
        <p:spPr>
          <a:xfrm>
            <a:off x="762851" y="5132719"/>
            <a:ext cx="10666298" cy="1430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735B51"/>
                </a:solidFill>
              </a:rPr>
              <a:t>当前</a:t>
            </a:r>
            <a:r>
              <a:rPr lang="en-US" altLang="zh-CN" sz="2000" b="1" spc="300" dirty="0">
                <a:solidFill>
                  <a:srgbClr val="735B51"/>
                </a:solidFill>
              </a:rPr>
              <a:t>map</a:t>
            </a:r>
            <a:r>
              <a:rPr lang="zh-CN" altLang="en-US" sz="2000" b="1" spc="300" dirty="0">
                <a:solidFill>
                  <a:srgbClr val="735B51"/>
                </a:solidFill>
              </a:rPr>
              <a:t>仅工作在内存中，当程序重启后，内存中的数据都将消失不见。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735B51"/>
                </a:solidFill>
              </a:rPr>
              <a:t>作为一个数据库，是不是应该有数据持久化的功能？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735B51"/>
                </a:solidFill>
              </a:rPr>
              <a:t>也就是当程序重启之后，之前在内存中操作的数据集是不是能够被重新载入？</a:t>
            </a:r>
          </a:p>
        </p:txBody>
      </p:sp>
      <p:pic>
        <p:nvPicPr>
          <p:cNvPr id="264" name="图片 263">
            <a:extLst>
              <a:ext uri="{FF2B5EF4-FFF2-40B4-BE49-F238E27FC236}">
                <a16:creationId xmlns:a16="http://schemas.microsoft.com/office/drawing/2014/main" id="{9AA1C788-D129-BE0E-2521-4EF046E2CA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39" y="1385198"/>
            <a:ext cx="6541494" cy="2660446"/>
          </a:xfrm>
          <a:prstGeom prst="rect">
            <a:avLst/>
          </a:prstGeom>
        </p:spPr>
      </p:pic>
      <p:pic>
        <p:nvPicPr>
          <p:cNvPr id="265" name="图片 264">
            <a:extLst>
              <a:ext uri="{FF2B5EF4-FFF2-40B4-BE49-F238E27FC236}">
                <a16:creationId xmlns:a16="http://schemas.microsoft.com/office/drawing/2014/main" id="{EF7F0A41-F533-A314-CD49-B596D2FAD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573" y="1004236"/>
            <a:ext cx="5172540" cy="37895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2277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91099C88-8E16-7FB0-32B5-5E086C594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图片 259">
            <a:extLst>
              <a:ext uri="{FF2B5EF4-FFF2-40B4-BE49-F238E27FC236}">
                <a16:creationId xmlns:a16="http://schemas.microsoft.com/office/drawing/2014/main" id="{B98DD5C0-449F-3FE6-ECA3-48CCF3D21D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243"/>
          <a:stretch/>
        </p:blipFill>
        <p:spPr>
          <a:xfrm>
            <a:off x="530027" y="2905246"/>
            <a:ext cx="5408860" cy="34911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26" name="图片 525">
            <a:extLst>
              <a:ext uri="{FF2B5EF4-FFF2-40B4-BE49-F238E27FC236}">
                <a16:creationId xmlns:a16="http://schemas.microsoft.com/office/drawing/2014/main" id="{F67ABB38-3E3A-AB14-C317-923C36B0C8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B5711F63-5AEB-447F-D051-AF0D7E930C74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A8511E2E-A750-7D5A-9DA6-76CB7A72D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658383E7-A3F5-0FDC-8A16-688F882C48B3}"/>
              </a:ext>
            </a:extLst>
          </p:cNvPr>
          <p:cNvSpPr txBox="1"/>
          <p:nvPr/>
        </p:nvSpPr>
        <p:spPr>
          <a:xfrm>
            <a:off x="1102574" y="294825"/>
            <a:ext cx="5172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Minimal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的存储结构</a:t>
            </a:r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-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条件查询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3" name="文本框 262">
            <a:extLst>
              <a:ext uri="{FF2B5EF4-FFF2-40B4-BE49-F238E27FC236}">
                <a16:creationId xmlns:a16="http://schemas.microsoft.com/office/drawing/2014/main" id="{2122D6F1-4EC4-B984-035B-F87ADE373B62}"/>
              </a:ext>
            </a:extLst>
          </p:cNvPr>
          <p:cNvSpPr txBox="1"/>
          <p:nvPr/>
        </p:nvSpPr>
        <p:spPr>
          <a:xfrm>
            <a:off x="6518267" y="3311567"/>
            <a:ext cx="4907021" cy="2353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1" spc="300" dirty="0">
                <a:solidFill>
                  <a:srgbClr val="735B51"/>
                </a:solidFill>
              </a:rPr>
              <a:t>现在的</a:t>
            </a:r>
            <a:r>
              <a:rPr lang="en-US" altLang="zh-CN" sz="2000" b="1" spc="300" dirty="0">
                <a:solidFill>
                  <a:srgbClr val="735B51"/>
                </a:solidFill>
              </a:rPr>
              <a:t>map</a:t>
            </a:r>
            <a:r>
              <a:rPr lang="zh-CN" altLang="en-US" sz="2000" b="1" spc="300" dirty="0">
                <a:solidFill>
                  <a:srgbClr val="735B51"/>
                </a:solidFill>
              </a:rPr>
              <a:t>只能根据一个</a:t>
            </a:r>
            <a:r>
              <a:rPr lang="en-US" altLang="zh-CN" sz="2000" b="1" spc="300" dirty="0">
                <a:solidFill>
                  <a:srgbClr val="735B51"/>
                </a:solidFill>
              </a:rPr>
              <a:t>key</a:t>
            </a:r>
            <a:r>
              <a:rPr lang="zh-CN" altLang="en-US" sz="2000" b="1" spc="300" dirty="0">
                <a:solidFill>
                  <a:srgbClr val="735B51"/>
                </a:solidFill>
              </a:rPr>
              <a:t>拿出一个</a:t>
            </a:r>
            <a:r>
              <a:rPr lang="en-US" altLang="zh-CN" sz="2000" b="1" spc="300" dirty="0">
                <a:solidFill>
                  <a:srgbClr val="735B51"/>
                </a:solidFill>
              </a:rPr>
              <a:t>value</a:t>
            </a:r>
            <a:r>
              <a:rPr lang="zh-CN" altLang="en-US" sz="2000" b="1" spc="300" dirty="0">
                <a:solidFill>
                  <a:srgbClr val="735B51"/>
                </a:solidFill>
              </a:rPr>
              <a:t>，如果我的</a:t>
            </a:r>
            <a:r>
              <a:rPr lang="en-US" altLang="zh-CN" sz="2000" b="1" spc="300" dirty="0">
                <a:solidFill>
                  <a:srgbClr val="735B51"/>
                </a:solidFill>
              </a:rPr>
              <a:t>value</a:t>
            </a:r>
            <a:r>
              <a:rPr lang="zh-CN" altLang="en-US" sz="2000" b="1" spc="300" dirty="0">
                <a:solidFill>
                  <a:srgbClr val="735B51"/>
                </a:solidFill>
              </a:rPr>
              <a:t>是多列的，假如是一个数组，我们能否根据 </a:t>
            </a:r>
            <a:r>
              <a:rPr lang="en-US" altLang="zh-CN" sz="2000" b="1" spc="300" dirty="0">
                <a:solidFill>
                  <a:srgbClr val="735B51"/>
                </a:solidFill>
              </a:rPr>
              <a:t>value </a:t>
            </a:r>
            <a:r>
              <a:rPr lang="zh-CN" altLang="en-US" sz="2000" b="1" spc="300" dirty="0">
                <a:solidFill>
                  <a:srgbClr val="735B51"/>
                </a:solidFill>
              </a:rPr>
              <a:t>的值查到符合条件的条目的另一个</a:t>
            </a:r>
            <a:r>
              <a:rPr lang="en-US" altLang="zh-CN" sz="2000" b="1" spc="300" dirty="0">
                <a:solidFill>
                  <a:srgbClr val="735B51"/>
                </a:solidFill>
              </a:rPr>
              <a:t>value</a:t>
            </a:r>
            <a:r>
              <a:rPr lang="zh-CN" altLang="en-US" sz="2000" b="1" spc="300" dirty="0">
                <a:solidFill>
                  <a:srgbClr val="735B51"/>
                </a:solidFill>
              </a:rPr>
              <a:t>呢？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BDCFFFB-223B-79B4-A4A6-BAD7ECFB7FFC}"/>
              </a:ext>
            </a:extLst>
          </p:cNvPr>
          <p:cNvSpPr/>
          <p:nvPr/>
        </p:nvSpPr>
        <p:spPr>
          <a:xfrm>
            <a:off x="363498" y="1192647"/>
            <a:ext cx="10357932" cy="1314152"/>
          </a:xfrm>
          <a:prstGeom prst="roundRect">
            <a:avLst/>
          </a:prstGeom>
          <a:solidFill>
            <a:srgbClr val="DD8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69555F-90D6-563E-9C91-818126BA9611}"/>
              </a:ext>
            </a:extLst>
          </p:cNvPr>
          <p:cNvSpPr txBox="1"/>
          <p:nvPr/>
        </p:nvSpPr>
        <p:spPr>
          <a:xfrm>
            <a:off x="530027" y="1224304"/>
            <a:ext cx="5741644" cy="424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b="1" spc="300" dirty="0" err="1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Selectfrom</a:t>
            </a:r>
            <a:r>
              <a:rPr lang="zh-CN" altLang="en-US" sz="16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列名表名</a:t>
            </a:r>
            <a:r>
              <a:rPr lang="en-US" altLang="zh-CN" sz="16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order by</a:t>
            </a:r>
            <a:r>
              <a:rPr lang="zh-CN" altLang="en-US" sz="16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列名</a:t>
            </a:r>
            <a:r>
              <a:rPr lang="en-US" altLang="zh-CN" sz="1600" b="1" spc="300" dirty="0" err="1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asc</a:t>
            </a:r>
            <a:r>
              <a:rPr lang="en-US" altLang="zh-CN" sz="16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/desc;</a:t>
            </a:r>
            <a:endParaRPr lang="zh-CN" altLang="en-US" sz="1600" b="1" spc="300" dirty="0"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97979BA6-0E7A-D9E1-B359-DDC4DA9EAF36}"/>
              </a:ext>
            </a:extLst>
          </p:cNvPr>
          <p:cNvCxnSpPr>
            <a:cxnSpLocks/>
          </p:cNvCxnSpPr>
          <p:nvPr/>
        </p:nvCxnSpPr>
        <p:spPr>
          <a:xfrm>
            <a:off x="3728051" y="1680116"/>
            <a:ext cx="665648" cy="650319"/>
          </a:xfrm>
          <a:prstGeom prst="bentConnector3">
            <a:avLst>
              <a:gd name="adj1" fmla="val 43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3E63A74-D0BC-09B2-C93A-51C960ACF536}"/>
              </a:ext>
            </a:extLst>
          </p:cNvPr>
          <p:cNvSpPr txBox="1"/>
          <p:nvPr/>
        </p:nvSpPr>
        <p:spPr>
          <a:xfrm>
            <a:off x="4393699" y="2148962"/>
            <a:ext cx="2026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inpin heiti" charset="-122"/>
                <a:cs typeface="+mn-ea"/>
                <a:sym typeface="+mn-lt"/>
              </a:rPr>
              <a:t>指定某个列进行排序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inpin heiti" charset="-122"/>
              <a:cs typeface="+mn-ea"/>
              <a:sym typeface="+mn-lt"/>
            </a:endParaRPr>
          </a:p>
        </p:txBody>
      </p: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26FD3664-9141-7E89-BBEF-32FFE3D4D15F}"/>
              </a:ext>
            </a:extLst>
          </p:cNvPr>
          <p:cNvCxnSpPr>
            <a:cxnSpLocks/>
          </p:cNvCxnSpPr>
          <p:nvPr/>
        </p:nvCxnSpPr>
        <p:spPr>
          <a:xfrm>
            <a:off x="5076904" y="1640102"/>
            <a:ext cx="653296" cy="382959"/>
          </a:xfrm>
          <a:prstGeom prst="bentConnector3">
            <a:avLst>
              <a:gd name="adj1" fmla="val -50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F8C6842-B986-DB96-33B8-9C926C3C9B18}"/>
              </a:ext>
            </a:extLst>
          </p:cNvPr>
          <p:cNvSpPr txBox="1"/>
          <p:nvPr/>
        </p:nvSpPr>
        <p:spPr>
          <a:xfrm>
            <a:off x="5813464" y="1810408"/>
            <a:ext cx="48764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chemeClr val="bg1">
                    <a:lumMod val="95000"/>
                  </a:schemeClr>
                </a:solidFill>
                <a:latin typeface="inpin heiti" charset="-122"/>
                <a:cs typeface="+mn-ea"/>
                <a:sym typeface="+mn-lt"/>
              </a:rPr>
              <a:t>asc</a:t>
            </a:r>
            <a:r>
              <a:rPr lang="en-US" altLang="zh-CN" sz="1600" b="1" dirty="0">
                <a:solidFill>
                  <a:schemeClr val="bg1">
                    <a:lumMod val="95000"/>
                  </a:schemeClr>
                </a:solidFill>
                <a:latin typeface="inpin heiti" charset="-122"/>
                <a:cs typeface="+mn-ea"/>
                <a:sym typeface="+mn-lt"/>
              </a:rPr>
              <a:t> </a:t>
            </a:r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inpin heiti" charset="-122"/>
                <a:cs typeface="+mn-ea"/>
                <a:sym typeface="+mn-lt"/>
              </a:rPr>
              <a:t>升序；</a:t>
            </a:r>
            <a:r>
              <a:rPr lang="en-US" altLang="zh-CN" sz="1600" b="1" dirty="0">
                <a:solidFill>
                  <a:schemeClr val="bg1">
                    <a:lumMod val="95000"/>
                  </a:schemeClr>
                </a:solidFill>
                <a:latin typeface="inpin heiti" charset="-122"/>
                <a:cs typeface="+mn-ea"/>
                <a:sym typeface="+mn-lt"/>
              </a:rPr>
              <a:t>desc </a:t>
            </a:r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inpin heiti" charset="-122"/>
                <a:cs typeface="+mn-ea"/>
                <a:sym typeface="+mn-lt"/>
              </a:rPr>
              <a:t>降序；如果省略，就是升序排序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inpin heiti" charset="-122"/>
              <a:cs typeface="+mn-ea"/>
              <a:sym typeface="+mn-lt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3C6B5229-480B-B80C-BAFC-20921AE0883C}"/>
              </a:ext>
            </a:extLst>
          </p:cNvPr>
          <p:cNvCxnSpPr>
            <a:cxnSpLocks/>
          </p:cNvCxnSpPr>
          <p:nvPr/>
        </p:nvCxnSpPr>
        <p:spPr>
          <a:xfrm>
            <a:off x="2903456" y="1640102"/>
            <a:ext cx="1490243" cy="0"/>
          </a:xfrm>
          <a:prstGeom prst="line">
            <a:avLst/>
          </a:prstGeom>
          <a:ln>
            <a:solidFill>
              <a:srgbClr val="B1371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4284489F-8084-5064-BBB0-590ECB7DBA7F}"/>
              </a:ext>
            </a:extLst>
          </p:cNvPr>
          <p:cNvCxnSpPr>
            <a:cxnSpLocks/>
          </p:cNvCxnSpPr>
          <p:nvPr/>
        </p:nvCxnSpPr>
        <p:spPr>
          <a:xfrm>
            <a:off x="4544794" y="1632084"/>
            <a:ext cx="1073581" cy="0"/>
          </a:xfrm>
          <a:prstGeom prst="line">
            <a:avLst/>
          </a:prstGeom>
          <a:ln>
            <a:solidFill>
              <a:srgbClr val="B13719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15426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1EACA99E-0FDA-A798-3A16-1585A7C06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05565614-023A-C09C-0351-156CCE4BDA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91B6FB2A-601F-66D1-1314-ECF1BAB2DA39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5548296D-5ED8-0F2A-2116-31407936E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CE27558E-28C0-AF10-479A-1F6811A20981}"/>
              </a:ext>
            </a:extLst>
          </p:cNvPr>
          <p:cNvSpPr txBox="1"/>
          <p:nvPr/>
        </p:nvSpPr>
        <p:spPr>
          <a:xfrm>
            <a:off x="1102574" y="294825"/>
            <a:ext cx="5172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Minimal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的存储结构</a:t>
            </a:r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-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条件查询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547" name="文本框 546">
            <a:extLst>
              <a:ext uri="{FF2B5EF4-FFF2-40B4-BE49-F238E27FC236}">
                <a16:creationId xmlns:a16="http://schemas.microsoft.com/office/drawing/2014/main" id="{C58157A2-9713-B184-F1FC-954829440BDC}"/>
              </a:ext>
            </a:extLst>
          </p:cNvPr>
          <p:cNvSpPr txBox="1"/>
          <p:nvPr/>
        </p:nvSpPr>
        <p:spPr>
          <a:xfrm>
            <a:off x="1552537" y="4706016"/>
            <a:ext cx="9033764" cy="1778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b="1" spc="300" dirty="0">
                <a:solidFill>
                  <a:srgbClr val="B13719"/>
                </a:solidFill>
              </a:rPr>
              <a:t>回顾</a:t>
            </a:r>
            <a:r>
              <a:rPr lang="en-US" altLang="zh-CN" sz="1600" b="1" spc="300" dirty="0">
                <a:solidFill>
                  <a:srgbClr val="B13719"/>
                </a:solidFill>
              </a:rPr>
              <a:t>map</a:t>
            </a:r>
            <a:r>
              <a:rPr lang="zh-CN" altLang="en-US" sz="1600" b="1" spc="300" dirty="0">
                <a:solidFill>
                  <a:srgbClr val="B13719"/>
                </a:solidFill>
              </a:rPr>
              <a:t>的结构，通过构造有序的二叉树加速查询，通常是根据某个可比对大小的值。一般我们用</a:t>
            </a:r>
            <a:r>
              <a:rPr lang="en-US" altLang="zh-CN" sz="1600" b="1" spc="300" dirty="0">
                <a:solidFill>
                  <a:srgbClr val="B13719"/>
                </a:solidFill>
              </a:rPr>
              <a:t>id</a:t>
            </a:r>
            <a:r>
              <a:rPr lang="zh-CN" altLang="en-US" sz="1600" b="1" spc="300" dirty="0">
                <a:solidFill>
                  <a:srgbClr val="B13719"/>
                </a:solidFill>
              </a:rPr>
              <a:t>之类的作为</a:t>
            </a:r>
            <a:r>
              <a:rPr lang="en-US" altLang="zh-CN" sz="1600" b="1" spc="300" dirty="0">
                <a:solidFill>
                  <a:srgbClr val="B13719"/>
                </a:solidFill>
              </a:rPr>
              <a:t>key</a:t>
            </a:r>
            <a:r>
              <a:rPr lang="zh-CN" altLang="en-US" sz="1600" b="1" spc="300" dirty="0">
                <a:solidFill>
                  <a:srgbClr val="B13719"/>
                </a:solidFill>
              </a:rPr>
              <a:t>。这么说的话，就不能通过</a:t>
            </a:r>
            <a:r>
              <a:rPr lang="en-US" altLang="zh-CN" sz="1600" b="1" spc="300" dirty="0">
                <a:solidFill>
                  <a:srgbClr val="B13719"/>
                </a:solidFill>
              </a:rPr>
              <a:t>value</a:t>
            </a:r>
            <a:r>
              <a:rPr lang="zh-CN" altLang="en-US" sz="1600" b="1" spc="300" dirty="0">
                <a:solidFill>
                  <a:srgbClr val="B13719"/>
                </a:solidFill>
              </a:rPr>
              <a:t>拿到</a:t>
            </a:r>
            <a:r>
              <a:rPr lang="en-US" altLang="zh-CN" sz="1600" b="1" spc="300" dirty="0">
                <a:solidFill>
                  <a:srgbClr val="B13719"/>
                </a:solidFill>
              </a:rPr>
              <a:t>key</a:t>
            </a:r>
            <a:r>
              <a:rPr lang="zh-CN" altLang="en-US" sz="1600" b="1" spc="300" dirty="0">
                <a:solidFill>
                  <a:srgbClr val="B13719"/>
                </a:solidFill>
              </a:rPr>
              <a:t>了。这是单向且</a:t>
            </a:r>
            <a:r>
              <a:rPr lang="en-US" altLang="zh-CN" sz="1600" b="1" spc="300" dirty="0">
                <a:solidFill>
                  <a:srgbClr val="B13719"/>
                </a:solidFill>
              </a:rPr>
              <a:t>value</a:t>
            </a:r>
            <a:r>
              <a:rPr lang="zh-CN" altLang="en-US" sz="1600" b="1" spc="300" dirty="0">
                <a:solidFill>
                  <a:srgbClr val="B13719"/>
                </a:solidFill>
              </a:rPr>
              <a:t>可重复的。</a:t>
            </a:r>
            <a:endParaRPr lang="en-US" altLang="zh-CN" sz="1600" b="1" spc="300" dirty="0">
              <a:solidFill>
                <a:srgbClr val="B13719"/>
              </a:solidFill>
            </a:endParaRPr>
          </a:p>
          <a:p>
            <a:pPr algn="just"/>
            <a:endParaRPr lang="zh-CN" altLang="en-US" sz="1600" b="1" spc="300" dirty="0">
              <a:solidFill>
                <a:srgbClr val="B13719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zh-CN" altLang="en-US" sz="1600" b="1" spc="300" dirty="0">
                <a:solidFill>
                  <a:srgbClr val="B13719"/>
                </a:solidFill>
              </a:rPr>
              <a:t>虽然这可以实现根据某个字段查询过滤，但是否</a:t>
            </a:r>
            <a:r>
              <a:rPr lang="zh-CN" altLang="en-US" sz="1600" b="1" spc="300" dirty="0"/>
              <a:t>效率太低</a:t>
            </a:r>
            <a:r>
              <a:rPr lang="zh-CN" altLang="en-US" sz="1600" b="1" spc="300" dirty="0">
                <a:solidFill>
                  <a:srgbClr val="B13719"/>
                </a:solidFill>
              </a:rPr>
              <a:t>？</a:t>
            </a:r>
          </a:p>
        </p:txBody>
      </p:sp>
      <p:pic>
        <p:nvPicPr>
          <p:cNvPr id="549" name="图片 548">
            <a:extLst>
              <a:ext uri="{FF2B5EF4-FFF2-40B4-BE49-F238E27FC236}">
                <a16:creationId xmlns:a16="http://schemas.microsoft.com/office/drawing/2014/main" id="{AAD1CAA5-F23F-432F-C309-404D664EA5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957" y="818045"/>
            <a:ext cx="8848628" cy="36279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5809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69AE92B7-D48A-2502-1F56-9F36A8AE4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E8D3CB92-29BD-EE3F-3D04-873639DEDA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EFF13764-286C-3213-F34B-631FABB1C154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0C9A6AE3-3851-E8DB-B951-446402FD9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2F732D2F-B9B1-5590-05C5-56CC948B5B0F}"/>
              </a:ext>
            </a:extLst>
          </p:cNvPr>
          <p:cNvSpPr txBox="1"/>
          <p:nvPr/>
        </p:nvSpPr>
        <p:spPr>
          <a:xfrm>
            <a:off x="1102574" y="294825"/>
            <a:ext cx="5172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提高效率的手段</a:t>
            </a:r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-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索引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9054AD4-D03E-5219-0DC3-4ED5C0DF9CA4}"/>
              </a:ext>
            </a:extLst>
          </p:cNvPr>
          <p:cNvGrpSpPr/>
          <p:nvPr/>
        </p:nvGrpSpPr>
        <p:grpSpPr>
          <a:xfrm>
            <a:off x="2524512" y="858604"/>
            <a:ext cx="1487309" cy="895181"/>
            <a:chOff x="2309567" y="1009033"/>
            <a:chExt cx="1487309" cy="895181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26B14B52-D588-D640-AB76-DE8174EF0AD4}"/>
                </a:ext>
              </a:extLst>
            </p:cNvPr>
            <p:cNvSpPr/>
            <p:nvPr/>
          </p:nvSpPr>
          <p:spPr>
            <a:xfrm>
              <a:off x="2309567" y="1102936"/>
              <a:ext cx="1487309" cy="801278"/>
            </a:xfrm>
            <a:prstGeom prst="roundRect">
              <a:avLst/>
            </a:prstGeom>
            <a:solidFill>
              <a:srgbClr val="DD8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33997C6-5846-22AC-3627-C8BFE4B91900}"/>
                </a:ext>
              </a:extLst>
            </p:cNvPr>
            <p:cNvSpPr txBox="1"/>
            <p:nvPr/>
          </p:nvSpPr>
          <p:spPr>
            <a:xfrm>
              <a:off x="2309567" y="1009033"/>
              <a:ext cx="1487309" cy="895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key=4,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value=[“</a:t>
              </a:r>
              <a:r>
                <a:rPr lang="zh-CN" altLang="en-US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活着</a:t>
              </a: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”,20,2015] </a:t>
              </a:r>
              <a:endParaRPr lang="zh-CN" altLang="en-US" sz="12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750891EA-9C8A-764F-1281-A23740CCD3D6}"/>
              </a:ext>
            </a:extLst>
          </p:cNvPr>
          <p:cNvGrpSpPr/>
          <p:nvPr/>
        </p:nvGrpSpPr>
        <p:grpSpPr>
          <a:xfrm>
            <a:off x="1195699" y="2025862"/>
            <a:ext cx="1487309" cy="895181"/>
            <a:chOff x="2309567" y="1009033"/>
            <a:chExt cx="1487309" cy="895181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F7C65E66-C1E8-B759-164F-00E6986B149A}"/>
                </a:ext>
              </a:extLst>
            </p:cNvPr>
            <p:cNvSpPr/>
            <p:nvPr/>
          </p:nvSpPr>
          <p:spPr>
            <a:xfrm>
              <a:off x="2309567" y="1102936"/>
              <a:ext cx="1487309" cy="801278"/>
            </a:xfrm>
            <a:prstGeom prst="roundRect">
              <a:avLst/>
            </a:prstGeom>
            <a:solidFill>
              <a:srgbClr val="DD8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50FD94D-043E-E763-D665-2BC075265E5B}"/>
                </a:ext>
              </a:extLst>
            </p:cNvPr>
            <p:cNvSpPr txBox="1"/>
            <p:nvPr/>
          </p:nvSpPr>
          <p:spPr>
            <a:xfrm>
              <a:off x="2309567" y="1009033"/>
              <a:ext cx="1487309" cy="895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key=2,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value=[“</a:t>
              </a:r>
              <a:r>
                <a:rPr lang="zh-CN" altLang="en-US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兄弟</a:t>
              </a: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”,20,2017] </a:t>
              </a:r>
              <a:endParaRPr lang="zh-CN" altLang="en-US" sz="12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5D4A60C-6E9F-4068-5D6B-AE527F281DB9}"/>
              </a:ext>
            </a:extLst>
          </p:cNvPr>
          <p:cNvGrpSpPr/>
          <p:nvPr/>
        </p:nvGrpSpPr>
        <p:grpSpPr>
          <a:xfrm>
            <a:off x="3728168" y="2025862"/>
            <a:ext cx="1487309" cy="895181"/>
            <a:chOff x="2309567" y="1009033"/>
            <a:chExt cx="1487309" cy="895181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4E8ED446-3B07-9204-EE85-C0FDEDA14248}"/>
                </a:ext>
              </a:extLst>
            </p:cNvPr>
            <p:cNvSpPr/>
            <p:nvPr/>
          </p:nvSpPr>
          <p:spPr>
            <a:xfrm>
              <a:off x="2309567" y="1102936"/>
              <a:ext cx="1487309" cy="801278"/>
            </a:xfrm>
            <a:prstGeom prst="roundRect">
              <a:avLst/>
            </a:prstGeom>
            <a:solidFill>
              <a:srgbClr val="DD8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B527E84-9F0D-97EA-DF35-7BAC61085126}"/>
                </a:ext>
              </a:extLst>
            </p:cNvPr>
            <p:cNvSpPr txBox="1"/>
            <p:nvPr/>
          </p:nvSpPr>
          <p:spPr>
            <a:xfrm>
              <a:off x="2309567" y="1009033"/>
              <a:ext cx="1487309" cy="895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key=6,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value=[“</a:t>
              </a:r>
              <a:r>
                <a:rPr lang="zh-CN" altLang="en-US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论语</a:t>
              </a: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”,30,100] </a:t>
              </a:r>
              <a:endParaRPr lang="zh-CN" altLang="en-US" sz="12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01A73F0-83D8-A366-5614-60C207F596C6}"/>
              </a:ext>
            </a:extLst>
          </p:cNvPr>
          <p:cNvGrpSpPr/>
          <p:nvPr/>
        </p:nvGrpSpPr>
        <p:grpSpPr>
          <a:xfrm>
            <a:off x="378834" y="3340934"/>
            <a:ext cx="1487309" cy="895181"/>
            <a:chOff x="2309567" y="1009033"/>
            <a:chExt cx="1487309" cy="895181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594BEF79-1053-CA89-283C-D4EEB812954E}"/>
                </a:ext>
              </a:extLst>
            </p:cNvPr>
            <p:cNvSpPr/>
            <p:nvPr/>
          </p:nvSpPr>
          <p:spPr>
            <a:xfrm>
              <a:off x="2309567" y="1102936"/>
              <a:ext cx="1487309" cy="801278"/>
            </a:xfrm>
            <a:prstGeom prst="roundRect">
              <a:avLst/>
            </a:prstGeom>
            <a:solidFill>
              <a:srgbClr val="DD8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9AB8CDE-1702-FFEC-1014-ED19726BEDE4}"/>
                </a:ext>
              </a:extLst>
            </p:cNvPr>
            <p:cNvSpPr txBox="1"/>
            <p:nvPr/>
          </p:nvSpPr>
          <p:spPr>
            <a:xfrm>
              <a:off x="2309567" y="1009033"/>
              <a:ext cx="1487309" cy="895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key=1,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value=[“</a:t>
              </a:r>
              <a:r>
                <a:rPr lang="zh-CN" altLang="en-US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诗经</a:t>
              </a: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”,50,200] </a:t>
              </a:r>
              <a:endParaRPr lang="zh-CN" altLang="en-US" sz="12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619A569-6C49-E24C-45E3-BBA03DD14558}"/>
              </a:ext>
            </a:extLst>
          </p:cNvPr>
          <p:cNvGrpSpPr/>
          <p:nvPr/>
        </p:nvGrpSpPr>
        <p:grpSpPr>
          <a:xfrm>
            <a:off x="2162071" y="3340934"/>
            <a:ext cx="1487309" cy="895181"/>
            <a:chOff x="2309567" y="1009033"/>
            <a:chExt cx="1487309" cy="895181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71366100-635E-15FD-F1BE-A369B69E7F60}"/>
                </a:ext>
              </a:extLst>
            </p:cNvPr>
            <p:cNvSpPr/>
            <p:nvPr/>
          </p:nvSpPr>
          <p:spPr>
            <a:xfrm>
              <a:off x="2309567" y="1102936"/>
              <a:ext cx="1487309" cy="801278"/>
            </a:xfrm>
            <a:prstGeom prst="roundRect">
              <a:avLst/>
            </a:prstGeom>
            <a:solidFill>
              <a:srgbClr val="DD8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94BDE8F-4D94-0819-0A8B-225F6FB1A37D}"/>
                </a:ext>
              </a:extLst>
            </p:cNvPr>
            <p:cNvSpPr txBox="1"/>
            <p:nvPr/>
          </p:nvSpPr>
          <p:spPr>
            <a:xfrm>
              <a:off x="2309567" y="1009033"/>
              <a:ext cx="1487309" cy="895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key=3,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value=[“</a:t>
              </a:r>
              <a:r>
                <a:rPr lang="zh-CN" altLang="en-US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尚书</a:t>
              </a: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”,20,200] </a:t>
              </a:r>
              <a:endParaRPr lang="zh-CN" altLang="en-US" sz="12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8E43973-B393-9722-2B92-B7F528634325}"/>
              </a:ext>
            </a:extLst>
          </p:cNvPr>
          <p:cNvGrpSpPr/>
          <p:nvPr/>
        </p:nvGrpSpPr>
        <p:grpSpPr>
          <a:xfrm>
            <a:off x="3948654" y="3325457"/>
            <a:ext cx="1487309" cy="895181"/>
            <a:chOff x="2309567" y="1009033"/>
            <a:chExt cx="1487309" cy="895181"/>
          </a:xfrm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EF4135A5-A050-E497-531B-D50569A0010F}"/>
                </a:ext>
              </a:extLst>
            </p:cNvPr>
            <p:cNvSpPr/>
            <p:nvPr/>
          </p:nvSpPr>
          <p:spPr>
            <a:xfrm>
              <a:off x="2309567" y="1102936"/>
              <a:ext cx="1487309" cy="801278"/>
            </a:xfrm>
            <a:prstGeom prst="roundRect">
              <a:avLst/>
            </a:prstGeom>
            <a:solidFill>
              <a:srgbClr val="DD8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A947FDC-89E1-FB5C-0F39-0BD58CF9AD1E}"/>
                </a:ext>
              </a:extLst>
            </p:cNvPr>
            <p:cNvSpPr txBox="1"/>
            <p:nvPr/>
          </p:nvSpPr>
          <p:spPr>
            <a:xfrm>
              <a:off x="2309567" y="1009033"/>
              <a:ext cx="1487309" cy="895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key=5,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value=[“</a:t>
              </a:r>
              <a:r>
                <a:rPr lang="zh-CN" altLang="en-US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汉书</a:t>
              </a: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”,10,300] </a:t>
              </a:r>
              <a:endParaRPr lang="zh-CN" altLang="en-US" sz="12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cxnSp>
        <p:nvCxnSpPr>
          <p:cNvPr id="270" name="直接箭头连接符 269">
            <a:extLst>
              <a:ext uri="{FF2B5EF4-FFF2-40B4-BE49-F238E27FC236}">
                <a16:creationId xmlns:a16="http://schemas.microsoft.com/office/drawing/2014/main" id="{04209D60-3A2D-1610-CD0D-1A0EA28B9B0C}"/>
              </a:ext>
            </a:extLst>
          </p:cNvPr>
          <p:cNvCxnSpPr/>
          <p:nvPr/>
        </p:nvCxnSpPr>
        <p:spPr>
          <a:xfrm flipH="1">
            <a:off x="2268783" y="1773472"/>
            <a:ext cx="518475" cy="346293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DD3E5B8E-90FE-15BD-C84C-E3F3DDC29B35}"/>
              </a:ext>
            </a:extLst>
          </p:cNvPr>
          <p:cNvCxnSpPr>
            <a:cxnSpLocks/>
          </p:cNvCxnSpPr>
          <p:nvPr/>
        </p:nvCxnSpPr>
        <p:spPr>
          <a:xfrm>
            <a:off x="3728168" y="1773471"/>
            <a:ext cx="444830" cy="339160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4" name="直接箭头连接符 273">
            <a:extLst>
              <a:ext uri="{FF2B5EF4-FFF2-40B4-BE49-F238E27FC236}">
                <a16:creationId xmlns:a16="http://schemas.microsoft.com/office/drawing/2014/main" id="{23D4FDC4-C887-8720-D33D-22C5B6E45195}"/>
              </a:ext>
            </a:extLst>
          </p:cNvPr>
          <p:cNvCxnSpPr>
            <a:cxnSpLocks/>
          </p:cNvCxnSpPr>
          <p:nvPr/>
        </p:nvCxnSpPr>
        <p:spPr>
          <a:xfrm flipH="1">
            <a:off x="1293240" y="2926887"/>
            <a:ext cx="531568" cy="507950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6" name="直接箭头连接符 275">
            <a:extLst>
              <a:ext uri="{FF2B5EF4-FFF2-40B4-BE49-F238E27FC236}">
                <a16:creationId xmlns:a16="http://schemas.microsoft.com/office/drawing/2014/main" id="{9DB3CA04-E814-4FF0-37B8-FB7B26EBE4E8}"/>
              </a:ext>
            </a:extLst>
          </p:cNvPr>
          <p:cNvCxnSpPr>
            <a:cxnSpLocks/>
          </p:cNvCxnSpPr>
          <p:nvPr/>
        </p:nvCxnSpPr>
        <p:spPr>
          <a:xfrm>
            <a:off x="2118898" y="2925219"/>
            <a:ext cx="529351" cy="509618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0" name="直接箭头连接符 279">
            <a:extLst>
              <a:ext uri="{FF2B5EF4-FFF2-40B4-BE49-F238E27FC236}">
                <a16:creationId xmlns:a16="http://schemas.microsoft.com/office/drawing/2014/main" id="{7553FF57-3A8E-F835-1362-C700DF57F10A}"/>
              </a:ext>
            </a:extLst>
          </p:cNvPr>
          <p:cNvCxnSpPr>
            <a:cxnSpLocks/>
          </p:cNvCxnSpPr>
          <p:nvPr/>
        </p:nvCxnSpPr>
        <p:spPr>
          <a:xfrm>
            <a:off x="4500875" y="2921043"/>
            <a:ext cx="191433" cy="513794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83" name="组合 282">
            <a:extLst>
              <a:ext uri="{FF2B5EF4-FFF2-40B4-BE49-F238E27FC236}">
                <a16:creationId xmlns:a16="http://schemas.microsoft.com/office/drawing/2014/main" id="{548E7471-1B90-E772-63B3-29BCD9148926}"/>
              </a:ext>
            </a:extLst>
          </p:cNvPr>
          <p:cNvGrpSpPr/>
          <p:nvPr/>
        </p:nvGrpSpPr>
        <p:grpSpPr>
          <a:xfrm>
            <a:off x="8456812" y="1305999"/>
            <a:ext cx="1487310" cy="644080"/>
            <a:chOff x="2309566" y="1009033"/>
            <a:chExt cx="1487310" cy="738042"/>
          </a:xfrm>
        </p:grpSpPr>
        <p:sp>
          <p:nvSpPr>
            <p:cNvPr id="284" name="矩形: 圆角 283">
              <a:extLst>
                <a:ext uri="{FF2B5EF4-FFF2-40B4-BE49-F238E27FC236}">
                  <a16:creationId xmlns:a16="http://schemas.microsoft.com/office/drawing/2014/main" id="{2797FC91-2E7E-1543-3C9A-3ACEF61884E6}"/>
                </a:ext>
              </a:extLst>
            </p:cNvPr>
            <p:cNvSpPr/>
            <p:nvPr/>
          </p:nvSpPr>
          <p:spPr>
            <a:xfrm>
              <a:off x="2309566" y="1115193"/>
              <a:ext cx="1487309" cy="631882"/>
            </a:xfrm>
            <a:prstGeom prst="roundRect">
              <a:avLst/>
            </a:prstGeom>
            <a:solidFill>
              <a:srgbClr val="DD8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5" name="文本框 284">
              <a:extLst>
                <a:ext uri="{FF2B5EF4-FFF2-40B4-BE49-F238E27FC236}">
                  <a16:creationId xmlns:a16="http://schemas.microsoft.com/office/drawing/2014/main" id="{1EB9016B-FB32-589B-270E-D72C6EC03515}"/>
                </a:ext>
              </a:extLst>
            </p:cNvPr>
            <p:cNvSpPr txBox="1"/>
            <p:nvPr/>
          </p:nvSpPr>
          <p:spPr>
            <a:xfrm>
              <a:off x="2309567" y="1009033"/>
              <a:ext cx="1487309" cy="6181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key=20,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Value=4</a:t>
              </a:r>
              <a:endParaRPr lang="zh-CN" altLang="en-US" sz="12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286" name="组合 285">
            <a:extLst>
              <a:ext uri="{FF2B5EF4-FFF2-40B4-BE49-F238E27FC236}">
                <a16:creationId xmlns:a16="http://schemas.microsoft.com/office/drawing/2014/main" id="{D3D0D402-E7D6-1E98-E76D-082C7E08EA16}"/>
              </a:ext>
            </a:extLst>
          </p:cNvPr>
          <p:cNvGrpSpPr/>
          <p:nvPr/>
        </p:nvGrpSpPr>
        <p:grpSpPr>
          <a:xfrm>
            <a:off x="7127421" y="2212983"/>
            <a:ext cx="1487309" cy="664146"/>
            <a:chOff x="2309567" y="1009033"/>
            <a:chExt cx="1487309" cy="664146"/>
          </a:xfrm>
        </p:grpSpPr>
        <p:sp>
          <p:nvSpPr>
            <p:cNvPr id="287" name="矩形: 圆角 286">
              <a:extLst>
                <a:ext uri="{FF2B5EF4-FFF2-40B4-BE49-F238E27FC236}">
                  <a16:creationId xmlns:a16="http://schemas.microsoft.com/office/drawing/2014/main" id="{B7C5F98F-E24C-F71F-137D-4949A42BB5D8}"/>
                </a:ext>
              </a:extLst>
            </p:cNvPr>
            <p:cNvSpPr/>
            <p:nvPr/>
          </p:nvSpPr>
          <p:spPr>
            <a:xfrm>
              <a:off x="2309567" y="1102936"/>
              <a:ext cx="1487309" cy="570243"/>
            </a:xfrm>
            <a:prstGeom prst="roundRect">
              <a:avLst/>
            </a:prstGeom>
            <a:solidFill>
              <a:srgbClr val="DD8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2" name="文本框 511">
              <a:extLst>
                <a:ext uri="{FF2B5EF4-FFF2-40B4-BE49-F238E27FC236}">
                  <a16:creationId xmlns:a16="http://schemas.microsoft.com/office/drawing/2014/main" id="{787599AB-8576-9296-AD4C-F8A30767A629}"/>
                </a:ext>
              </a:extLst>
            </p:cNvPr>
            <p:cNvSpPr txBox="1"/>
            <p:nvPr/>
          </p:nvSpPr>
          <p:spPr>
            <a:xfrm>
              <a:off x="2309567" y="1009033"/>
              <a:ext cx="1487309" cy="6181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key=20,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Value=2</a:t>
              </a:r>
              <a:endParaRPr lang="zh-CN" altLang="en-US" sz="12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513" name="组合 512">
            <a:extLst>
              <a:ext uri="{FF2B5EF4-FFF2-40B4-BE49-F238E27FC236}">
                <a16:creationId xmlns:a16="http://schemas.microsoft.com/office/drawing/2014/main" id="{320A8275-17D4-D727-8DE1-A8D642CA38D9}"/>
              </a:ext>
            </a:extLst>
          </p:cNvPr>
          <p:cNvGrpSpPr/>
          <p:nvPr/>
        </p:nvGrpSpPr>
        <p:grpSpPr>
          <a:xfrm>
            <a:off x="9659890" y="2212983"/>
            <a:ext cx="1487309" cy="664146"/>
            <a:chOff x="2309567" y="1009033"/>
            <a:chExt cx="1487309" cy="664146"/>
          </a:xfrm>
        </p:grpSpPr>
        <p:sp>
          <p:nvSpPr>
            <p:cNvPr id="514" name="矩形: 圆角 513">
              <a:extLst>
                <a:ext uri="{FF2B5EF4-FFF2-40B4-BE49-F238E27FC236}">
                  <a16:creationId xmlns:a16="http://schemas.microsoft.com/office/drawing/2014/main" id="{1F41035F-FFED-8A35-6E24-BAB6C7C6B0A3}"/>
                </a:ext>
              </a:extLst>
            </p:cNvPr>
            <p:cNvSpPr/>
            <p:nvPr/>
          </p:nvSpPr>
          <p:spPr>
            <a:xfrm>
              <a:off x="2309567" y="1102936"/>
              <a:ext cx="1487309" cy="570243"/>
            </a:xfrm>
            <a:prstGeom prst="roundRect">
              <a:avLst/>
            </a:prstGeom>
            <a:solidFill>
              <a:srgbClr val="DD8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5" name="文本框 514">
              <a:extLst>
                <a:ext uri="{FF2B5EF4-FFF2-40B4-BE49-F238E27FC236}">
                  <a16:creationId xmlns:a16="http://schemas.microsoft.com/office/drawing/2014/main" id="{39A03D5D-A4FF-3D60-27C6-27A80186F2D2}"/>
                </a:ext>
              </a:extLst>
            </p:cNvPr>
            <p:cNvSpPr txBox="1"/>
            <p:nvPr/>
          </p:nvSpPr>
          <p:spPr>
            <a:xfrm>
              <a:off x="2309567" y="1009033"/>
              <a:ext cx="1487309" cy="6181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key=30,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Value=6</a:t>
              </a:r>
              <a:endParaRPr lang="zh-CN" altLang="en-US" sz="12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516" name="组合 515">
            <a:extLst>
              <a:ext uri="{FF2B5EF4-FFF2-40B4-BE49-F238E27FC236}">
                <a16:creationId xmlns:a16="http://schemas.microsoft.com/office/drawing/2014/main" id="{FDC07B5C-C42F-ED5C-BF74-15BE0250383B}"/>
              </a:ext>
            </a:extLst>
          </p:cNvPr>
          <p:cNvGrpSpPr/>
          <p:nvPr/>
        </p:nvGrpSpPr>
        <p:grpSpPr>
          <a:xfrm>
            <a:off x="6309554" y="3296165"/>
            <a:ext cx="1487309" cy="618183"/>
            <a:chOff x="2309567" y="1009033"/>
            <a:chExt cx="1487309" cy="618183"/>
          </a:xfrm>
        </p:grpSpPr>
        <p:sp>
          <p:nvSpPr>
            <p:cNvPr id="517" name="矩形: 圆角 516">
              <a:extLst>
                <a:ext uri="{FF2B5EF4-FFF2-40B4-BE49-F238E27FC236}">
                  <a16:creationId xmlns:a16="http://schemas.microsoft.com/office/drawing/2014/main" id="{A8585133-4067-F1D3-1FAB-63568E9B5B87}"/>
                </a:ext>
              </a:extLst>
            </p:cNvPr>
            <p:cNvSpPr/>
            <p:nvPr/>
          </p:nvSpPr>
          <p:spPr>
            <a:xfrm>
              <a:off x="2309567" y="1102936"/>
              <a:ext cx="1487309" cy="524280"/>
            </a:xfrm>
            <a:prstGeom prst="roundRect">
              <a:avLst/>
            </a:prstGeom>
            <a:solidFill>
              <a:srgbClr val="DD8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8" name="文本框 517">
              <a:extLst>
                <a:ext uri="{FF2B5EF4-FFF2-40B4-BE49-F238E27FC236}">
                  <a16:creationId xmlns:a16="http://schemas.microsoft.com/office/drawing/2014/main" id="{FB21FA2D-4274-3F6A-0282-7C04763A247C}"/>
                </a:ext>
              </a:extLst>
            </p:cNvPr>
            <p:cNvSpPr txBox="1"/>
            <p:nvPr/>
          </p:nvSpPr>
          <p:spPr>
            <a:xfrm>
              <a:off x="2309567" y="1009033"/>
              <a:ext cx="1487309" cy="6181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key=10,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value=5</a:t>
              </a:r>
              <a:endParaRPr lang="zh-CN" altLang="en-US" sz="12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519" name="组合 518">
            <a:extLst>
              <a:ext uri="{FF2B5EF4-FFF2-40B4-BE49-F238E27FC236}">
                <a16:creationId xmlns:a16="http://schemas.microsoft.com/office/drawing/2014/main" id="{544C82DF-8B5A-C462-0D98-0B3B1A0EEC93}"/>
              </a:ext>
            </a:extLst>
          </p:cNvPr>
          <p:cNvGrpSpPr/>
          <p:nvPr/>
        </p:nvGrpSpPr>
        <p:grpSpPr>
          <a:xfrm>
            <a:off x="8092791" y="3296165"/>
            <a:ext cx="1487309" cy="644081"/>
            <a:chOff x="2309567" y="1009033"/>
            <a:chExt cx="1487309" cy="644081"/>
          </a:xfrm>
        </p:grpSpPr>
        <p:sp>
          <p:nvSpPr>
            <p:cNvPr id="520" name="矩形: 圆角 519">
              <a:extLst>
                <a:ext uri="{FF2B5EF4-FFF2-40B4-BE49-F238E27FC236}">
                  <a16:creationId xmlns:a16="http://schemas.microsoft.com/office/drawing/2014/main" id="{77DA5DED-31A5-F7AA-FDD2-316BFE61BA80}"/>
                </a:ext>
              </a:extLst>
            </p:cNvPr>
            <p:cNvSpPr/>
            <p:nvPr/>
          </p:nvSpPr>
          <p:spPr>
            <a:xfrm>
              <a:off x="2309567" y="1102936"/>
              <a:ext cx="1487309" cy="550178"/>
            </a:xfrm>
            <a:prstGeom prst="roundRect">
              <a:avLst/>
            </a:prstGeom>
            <a:solidFill>
              <a:srgbClr val="DD8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1" name="文本框 520">
              <a:extLst>
                <a:ext uri="{FF2B5EF4-FFF2-40B4-BE49-F238E27FC236}">
                  <a16:creationId xmlns:a16="http://schemas.microsoft.com/office/drawing/2014/main" id="{7226FA62-CDAD-FEAB-6B70-C869E0BBA716}"/>
                </a:ext>
              </a:extLst>
            </p:cNvPr>
            <p:cNvSpPr txBox="1"/>
            <p:nvPr/>
          </p:nvSpPr>
          <p:spPr>
            <a:xfrm>
              <a:off x="2309567" y="1009033"/>
              <a:ext cx="1487309" cy="6181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key=20,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value=3 </a:t>
              </a:r>
              <a:endParaRPr lang="zh-CN" altLang="en-US" sz="12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grpSp>
        <p:nvGrpSpPr>
          <p:cNvPr id="522" name="组合 521">
            <a:extLst>
              <a:ext uri="{FF2B5EF4-FFF2-40B4-BE49-F238E27FC236}">
                <a16:creationId xmlns:a16="http://schemas.microsoft.com/office/drawing/2014/main" id="{6B08D31F-9D95-839B-14E1-DCB0289C6EF8}"/>
              </a:ext>
            </a:extLst>
          </p:cNvPr>
          <p:cNvGrpSpPr/>
          <p:nvPr/>
        </p:nvGrpSpPr>
        <p:grpSpPr>
          <a:xfrm>
            <a:off x="9879374" y="3280688"/>
            <a:ext cx="1487309" cy="629948"/>
            <a:chOff x="2309567" y="1009033"/>
            <a:chExt cx="1487309" cy="629948"/>
          </a:xfrm>
        </p:grpSpPr>
        <p:sp>
          <p:nvSpPr>
            <p:cNvPr id="523" name="矩形: 圆角 522">
              <a:extLst>
                <a:ext uri="{FF2B5EF4-FFF2-40B4-BE49-F238E27FC236}">
                  <a16:creationId xmlns:a16="http://schemas.microsoft.com/office/drawing/2014/main" id="{09FB2D2D-C47C-D256-B630-39243574C2EF}"/>
                </a:ext>
              </a:extLst>
            </p:cNvPr>
            <p:cNvSpPr/>
            <p:nvPr/>
          </p:nvSpPr>
          <p:spPr>
            <a:xfrm>
              <a:off x="2309567" y="1102936"/>
              <a:ext cx="1487309" cy="536045"/>
            </a:xfrm>
            <a:prstGeom prst="roundRect">
              <a:avLst/>
            </a:prstGeom>
            <a:solidFill>
              <a:srgbClr val="DD80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4" name="文本框 523">
              <a:extLst>
                <a:ext uri="{FF2B5EF4-FFF2-40B4-BE49-F238E27FC236}">
                  <a16:creationId xmlns:a16="http://schemas.microsoft.com/office/drawing/2014/main" id="{04C988A6-54A5-2926-DCE1-BE30ABA24237}"/>
                </a:ext>
              </a:extLst>
            </p:cNvPr>
            <p:cNvSpPr txBox="1"/>
            <p:nvPr/>
          </p:nvSpPr>
          <p:spPr>
            <a:xfrm>
              <a:off x="2309567" y="1009033"/>
              <a:ext cx="1487309" cy="6181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key=50,</a:t>
              </a:r>
            </a:p>
            <a:p>
              <a:pPr algn="ctr">
                <a:lnSpc>
                  <a:spcPct val="150000"/>
                </a:lnSpc>
              </a:pPr>
              <a:r>
                <a:rPr lang="en-US" altLang="zh-CN" sz="1200" b="1" spc="300" dirty="0">
                  <a:solidFill>
                    <a:schemeClr val="bg1"/>
                  </a:solidFill>
                  <a:effectLst>
                    <a:outerShdw blurRad="50800" dist="38100" algn="l" rotWithShape="0">
                      <a:prstClr val="black">
                        <a:alpha val="40000"/>
                      </a:prstClr>
                    </a:outerShdw>
                  </a:effectLst>
                </a:rPr>
                <a:t>Value=1 </a:t>
              </a:r>
              <a:endParaRPr lang="zh-CN" altLang="en-US" sz="1200" b="1" spc="3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cxnSp>
        <p:nvCxnSpPr>
          <p:cNvPr id="525" name="直接箭头连接符 524">
            <a:extLst>
              <a:ext uri="{FF2B5EF4-FFF2-40B4-BE49-F238E27FC236}">
                <a16:creationId xmlns:a16="http://schemas.microsoft.com/office/drawing/2014/main" id="{07BB0D47-C61E-09A4-F829-03ECACC71FDF}"/>
              </a:ext>
            </a:extLst>
          </p:cNvPr>
          <p:cNvCxnSpPr/>
          <p:nvPr/>
        </p:nvCxnSpPr>
        <p:spPr>
          <a:xfrm flipH="1">
            <a:off x="8200505" y="1960593"/>
            <a:ext cx="518475" cy="346293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7" name="直接箭头连接符 526">
            <a:extLst>
              <a:ext uri="{FF2B5EF4-FFF2-40B4-BE49-F238E27FC236}">
                <a16:creationId xmlns:a16="http://schemas.microsoft.com/office/drawing/2014/main" id="{5E8ABDCC-2115-57BA-AD9E-0EE68409A1D7}"/>
              </a:ext>
            </a:extLst>
          </p:cNvPr>
          <p:cNvCxnSpPr>
            <a:cxnSpLocks/>
          </p:cNvCxnSpPr>
          <p:nvPr/>
        </p:nvCxnSpPr>
        <p:spPr>
          <a:xfrm>
            <a:off x="9659890" y="1960592"/>
            <a:ext cx="444830" cy="339160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8" name="直接箭头连接符 527">
            <a:extLst>
              <a:ext uri="{FF2B5EF4-FFF2-40B4-BE49-F238E27FC236}">
                <a16:creationId xmlns:a16="http://schemas.microsoft.com/office/drawing/2014/main" id="{838AE64C-B8C8-6C4C-BA55-140DB11DC6D5}"/>
              </a:ext>
            </a:extLst>
          </p:cNvPr>
          <p:cNvCxnSpPr>
            <a:cxnSpLocks/>
          </p:cNvCxnSpPr>
          <p:nvPr/>
        </p:nvCxnSpPr>
        <p:spPr>
          <a:xfrm flipH="1">
            <a:off x="7223960" y="2882118"/>
            <a:ext cx="531568" cy="507950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9" name="直接箭头连接符 528">
            <a:extLst>
              <a:ext uri="{FF2B5EF4-FFF2-40B4-BE49-F238E27FC236}">
                <a16:creationId xmlns:a16="http://schemas.microsoft.com/office/drawing/2014/main" id="{3387EF3D-FAB3-03D9-7906-86BDCD55D2BF}"/>
              </a:ext>
            </a:extLst>
          </p:cNvPr>
          <p:cNvCxnSpPr>
            <a:cxnSpLocks/>
          </p:cNvCxnSpPr>
          <p:nvPr/>
        </p:nvCxnSpPr>
        <p:spPr>
          <a:xfrm>
            <a:off x="8049618" y="2880450"/>
            <a:ext cx="529351" cy="509618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0" name="直接箭头连接符 529">
            <a:extLst>
              <a:ext uri="{FF2B5EF4-FFF2-40B4-BE49-F238E27FC236}">
                <a16:creationId xmlns:a16="http://schemas.microsoft.com/office/drawing/2014/main" id="{58D230BD-0B3F-DA21-CD3E-1D4A15732A5A}"/>
              </a:ext>
            </a:extLst>
          </p:cNvPr>
          <p:cNvCxnSpPr>
            <a:cxnSpLocks/>
          </p:cNvCxnSpPr>
          <p:nvPr/>
        </p:nvCxnSpPr>
        <p:spPr>
          <a:xfrm>
            <a:off x="10431595" y="2876274"/>
            <a:ext cx="191433" cy="513794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31" name="文本框 530">
            <a:extLst>
              <a:ext uri="{FF2B5EF4-FFF2-40B4-BE49-F238E27FC236}">
                <a16:creationId xmlns:a16="http://schemas.microsoft.com/office/drawing/2014/main" id="{2BC00697-2386-7996-3857-404E4BD660E4}"/>
              </a:ext>
            </a:extLst>
          </p:cNvPr>
          <p:cNvSpPr txBox="1"/>
          <p:nvPr/>
        </p:nvSpPr>
        <p:spPr>
          <a:xfrm>
            <a:off x="8603934" y="4272025"/>
            <a:ext cx="16824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额外的索引</a:t>
            </a:r>
            <a:r>
              <a:rPr lang="en-US" altLang="zh-CN" sz="16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map</a:t>
            </a:r>
          </a:p>
        </p:txBody>
      </p:sp>
      <p:sp>
        <p:nvSpPr>
          <p:cNvPr id="532" name="文本框 531">
            <a:extLst>
              <a:ext uri="{FF2B5EF4-FFF2-40B4-BE49-F238E27FC236}">
                <a16:creationId xmlns:a16="http://schemas.microsoft.com/office/drawing/2014/main" id="{FB0AED43-F8B5-5EB8-85EC-50D98AC7A994}"/>
              </a:ext>
            </a:extLst>
          </p:cNvPr>
          <p:cNvSpPr txBox="1"/>
          <p:nvPr/>
        </p:nvSpPr>
        <p:spPr>
          <a:xfrm>
            <a:off x="2426939" y="4399071"/>
            <a:ext cx="16824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主存储</a:t>
            </a:r>
            <a:r>
              <a:rPr lang="en-US" altLang="zh-CN" sz="16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map</a:t>
            </a:r>
          </a:p>
        </p:txBody>
      </p:sp>
      <p:sp>
        <p:nvSpPr>
          <p:cNvPr id="533" name="文本框 532">
            <a:extLst>
              <a:ext uri="{FF2B5EF4-FFF2-40B4-BE49-F238E27FC236}">
                <a16:creationId xmlns:a16="http://schemas.microsoft.com/office/drawing/2014/main" id="{0A482133-F729-E975-E577-D991774C191B}"/>
              </a:ext>
            </a:extLst>
          </p:cNvPr>
          <p:cNvSpPr txBox="1"/>
          <p:nvPr/>
        </p:nvSpPr>
        <p:spPr>
          <a:xfrm>
            <a:off x="8252998" y="900452"/>
            <a:ext cx="18949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spc="300" dirty="0">
                <a:solidFill>
                  <a:srgbClr val="735B51"/>
                </a:solidFill>
              </a:rPr>
              <a:t>以第二列</a:t>
            </a:r>
            <a:r>
              <a:rPr lang="en-US" altLang="zh-CN" sz="1200" b="1" spc="300" dirty="0">
                <a:solidFill>
                  <a:srgbClr val="735B51"/>
                </a:solidFill>
              </a:rPr>
              <a:t>(price)</a:t>
            </a:r>
            <a:r>
              <a:rPr lang="zh-CN" altLang="en-US" sz="1200" b="1" spc="300" dirty="0">
                <a:solidFill>
                  <a:srgbClr val="735B51"/>
                </a:solidFill>
              </a:rPr>
              <a:t>为索引的索引</a:t>
            </a:r>
            <a:r>
              <a:rPr lang="en-US" altLang="zh-CN" sz="1200" b="1" spc="300" dirty="0">
                <a:solidFill>
                  <a:srgbClr val="735B51"/>
                </a:solidFill>
              </a:rPr>
              <a:t>map</a:t>
            </a:r>
            <a:endParaRPr lang="zh-CN" altLang="en-US" sz="1200" b="1" spc="300" dirty="0">
              <a:solidFill>
                <a:srgbClr val="735B51"/>
              </a:solidFill>
            </a:endParaRPr>
          </a:p>
        </p:txBody>
      </p:sp>
      <p:sp>
        <p:nvSpPr>
          <p:cNvPr id="534" name="文本框 533">
            <a:extLst>
              <a:ext uri="{FF2B5EF4-FFF2-40B4-BE49-F238E27FC236}">
                <a16:creationId xmlns:a16="http://schemas.microsoft.com/office/drawing/2014/main" id="{8941BDF1-E29A-CD69-F523-27F4D6EC3560}"/>
              </a:ext>
            </a:extLst>
          </p:cNvPr>
          <p:cNvSpPr txBox="1"/>
          <p:nvPr/>
        </p:nvSpPr>
        <p:spPr>
          <a:xfrm>
            <a:off x="1087847" y="4900581"/>
            <a:ext cx="10059351" cy="1778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b="1" spc="300" dirty="0">
                <a:solidFill>
                  <a:srgbClr val="735B51"/>
                </a:solidFill>
              </a:rPr>
              <a:t>如果我们可以容忍一些额外的空间（空间换时间）增加一个额外的</a:t>
            </a:r>
            <a:r>
              <a:rPr lang="en-US" altLang="zh-CN" sz="1600" b="1" spc="300" dirty="0">
                <a:solidFill>
                  <a:srgbClr val="735B51"/>
                </a:solidFill>
              </a:rPr>
              <a:t>map</a:t>
            </a:r>
            <a:r>
              <a:rPr lang="zh-CN" altLang="en-US" sz="1600" b="1" spc="300" dirty="0">
                <a:solidFill>
                  <a:srgbClr val="735B51"/>
                </a:solidFill>
              </a:rPr>
              <a:t>用来记录价格到主</a:t>
            </a:r>
            <a:r>
              <a:rPr lang="en-US" altLang="zh-CN" sz="1600" b="1" spc="300" dirty="0">
                <a:solidFill>
                  <a:srgbClr val="735B51"/>
                </a:solidFill>
              </a:rPr>
              <a:t>map</a:t>
            </a:r>
            <a:r>
              <a:rPr lang="zh-CN" altLang="en-US" sz="1600" b="1" spc="300" dirty="0">
                <a:solidFill>
                  <a:srgbClr val="735B51"/>
                </a:solidFill>
              </a:rPr>
              <a:t>上的路径，是否能通过查询两次有序</a:t>
            </a:r>
            <a:r>
              <a:rPr lang="en-US" altLang="zh-CN" sz="1600" b="1" spc="300" dirty="0">
                <a:solidFill>
                  <a:srgbClr val="735B51"/>
                </a:solidFill>
              </a:rPr>
              <a:t>map</a:t>
            </a:r>
            <a:r>
              <a:rPr lang="zh-CN" altLang="en-US" sz="1600" b="1" spc="300" dirty="0">
                <a:solidFill>
                  <a:srgbClr val="735B51"/>
                </a:solidFill>
              </a:rPr>
              <a:t>，就能获得符合条件的行？</a:t>
            </a:r>
            <a:endParaRPr lang="en-US" altLang="zh-CN" sz="1600" b="1" spc="300" dirty="0">
              <a:solidFill>
                <a:srgbClr val="735B5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l"/>
            </a:pPr>
            <a:endParaRPr lang="zh-CN" altLang="en-US" sz="1600" b="1" spc="300" dirty="0">
              <a:solidFill>
                <a:srgbClr val="735B5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b="1" spc="300" dirty="0">
                <a:solidFill>
                  <a:srgbClr val="735B51"/>
                </a:solidFill>
              </a:rPr>
              <a:t>似乎可行，通过两个</a:t>
            </a:r>
            <a:r>
              <a:rPr lang="en-US" altLang="zh-CN" sz="1600" b="1" spc="300" dirty="0">
                <a:solidFill>
                  <a:srgbClr val="735B51"/>
                </a:solidFill>
              </a:rPr>
              <a:t>map</a:t>
            </a:r>
            <a:r>
              <a:rPr lang="zh-CN" altLang="en-US" sz="1600" b="1" spc="300" dirty="0">
                <a:solidFill>
                  <a:srgbClr val="735B51"/>
                </a:solidFill>
              </a:rPr>
              <a:t>，我们将查询效率从</a:t>
            </a:r>
            <a:r>
              <a:rPr lang="en-US" altLang="zh-CN" sz="1600" b="1" spc="300" dirty="0">
                <a:solidFill>
                  <a:srgbClr val="735B51"/>
                </a:solidFill>
              </a:rPr>
              <a:t>O(n)</a:t>
            </a:r>
            <a:r>
              <a:rPr lang="zh-CN" altLang="en-US" sz="1600" b="1" spc="300" dirty="0">
                <a:solidFill>
                  <a:srgbClr val="735B51"/>
                </a:solidFill>
              </a:rPr>
              <a:t>降低到了</a:t>
            </a:r>
            <a:r>
              <a:rPr lang="en-US" altLang="zh-CN" sz="1600" b="1" spc="300" dirty="0">
                <a:solidFill>
                  <a:srgbClr val="735B51"/>
                </a:solidFill>
              </a:rPr>
              <a:t>2*O(</a:t>
            </a:r>
            <a:r>
              <a:rPr lang="en-US" altLang="zh-CN" sz="1600" b="1" spc="300" dirty="0" err="1">
                <a:solidFill>
                  <a:srgbClr val="735B51"/>
                </a:solidFill>
              </a:rPr>
              <a:t>logn</a:t>
            </a:r>
            <a:r>
              <a:rPr lang="en-US" altLang="zh-CN" sz="1600" b="1" spc="300" dirty="0">
                <a:solidFill>
                  <a:srgbClr val="735B51"/>
                </a:solidFill>
              </a:rPr>
              <a:t>)</a:t>
            </a:r>
            <a:r>
              <a:rPr lang="zh-CN" altLang="en-US" sz="1600" b="1" spc="300" dirty="0">
                <a:solidFill>
                  <a:srgbClr val="735B51"/>
                </a:solidFill>
              </a:rPr>
              <a:t>，这在数据量大的时候可以带来可观的收益。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775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93CD1E5B-4ABB-62BC-646D-F69E6827F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CEF3E539-DE7D-8187-E6EE-35ADC66F13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D508E461-4CA6-BA7F-7268-4683627DF25C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0CE71828-D215-A495-F534-DE604CCFB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E191BA6-34E2-EAC5-9601-0E0F7FA86C3C}"/>
              </a:ext>
            </a:extLst>
          </p:cNvPr>
          <p:cNvSpPr txBox="1"/>
          <p:nvPr/>
        </p:nvSpPr>
        <p:spPr>
          <a:xfrm>
            <a:off x="1102574" y="294825"/>
            <a:ext cx="5172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提高效率的手段</a:t>
            </a:r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-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索引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A903FA-D1B8-0417-C4BF-97FAF93FB7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3246"/>
          <a:stretch/>
        </p:blipFill>
        <p:spPr>
          <a:xfrm>
            <a:off x="172956" y="936548"/>
            <a:ext cx="8056643" cy="5841324"/>
          </a:xfrm>
          <a:prstGeom prst="rect">
            <a:avLst/>
          </a:prstGeom>
          <a:effectLst/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1ADDDCA-C515-C7DC-719E-851A12A09B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6362" y="936548"/>
            <a:ext cx="5531589" cy="21746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27F0932-C285-391E-CAC4-73C3CFD44AE5}"/>
              </a:ext>
            </a:extLst>
          </p:cNvPr>
          <p:cNvSpPr txBox="1"/>
          <p:nvPr/>
        </p:nvSpPr>
        <p:spPr>
          <a:xfrm>
            <a:off x="6183984" y="3188424"/>
            <a:ext cx="5835060" cy="1756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b="1" spc="300" dirty="0">
                <a:solidFill>
                  <a:srgbClr val="735B51"/>
                </a:solidFill>
              </a:rPr>
              <a:t>但是写出这样的代码并不能达到我们作为数据库的要求。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b="1" spc="300" dirty="0">
                <a:solidFill>
                  <a:srgbClr val="735B51"/>
                </a:solidFill>
              </a:rPr>
              <a:t>将字段写死的查询让其拓展性大大降低。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1400" b="1" spc="300" dirty="0">
                <a:solidFill>
                  <a:srgbClr val="735B51"/>
                </a:solidFill>
              </a:rPr>
              <a:t>我们是不是可以将字段抽取出来，作为元数据保存到另一个</a:t>
            </a:r>
            <a:r>
              <a:rPr lang="en-US" altLang="zh-CN" sz="1400" b="1" spc="300" dirty="0">
                <a:solidFill>
                  <a:srgbClr val="735B51"/>
                </a:solidFill>
              </a:rPr>
              <a:t>map</a:t>
            </a:r>
            <a:r>
              <a:rPr lang="zh-CN" altLang="en-US" sz="1400" b="1" spc="300" dirty="0">
                <a:solidFill>
                  <a:srgbClr val="735B51"/>
                </a:solidFill>
              </a:rPr>
              <a:t>中，然后我们就可以写出左边</a:t>
            </a:r>
            <a:r>
              <a:rPr lang="en-US" altLang="zh-CN" sz="1400" b="1" spc="300" dirty="0">
                <a:solidFill>
                  <a:srgbClr val="735B51"/>
                </a:solidFill>
              </a:rPr>
              <a:t>13</a:t>
            </a:r>
            <a:r>
              <a:rPr lang="zh-CN" altLang="en-US" sz="1400" b="1" spc="300" dirty="0">
                <a:solidFill>
                  <a:srgbClr val="735B51"/>
                </a:solidFill>
              </a:rPr>
              <a:t>行开始的代码。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610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73619E37-4721-88A3-29E6-78D97D0B5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6D8EEBFD-4B3A-2C92-22ED-612D62AA22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93F60F6A-ABE3-63D3-969A-B18B7D17C87B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CDB014E9-DE64-DB97-4C44-354C4C354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FE6BFE03-2ECE-01D7-2D27-E0AD49D54F24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火山模型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1AF515F-91FB-F907-2D11-3FF526B70B5F}"/>
              </a:ext>
            </a:extLst>
          </p:cNvPr>
          <p:cNvSpPr/>
          <p:nvPr/>
        </p:nvSpPr>
        <p:spPr>
          <a:xfrm>
            <a:off x="1370501" y="1279838"/>
            <a:ext cx="2139885" cy="422536"/>
          </a:xfrm>
          <a:prstGeom prst="roundRect">
            <a:avLst/>
          </a:prstGeom>
          <a:solidFill>
            <a:srgbClr val="DD804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User</a:t>
            </a:r>
            <a:endParaRPr lang="zh-CN" altLang="en-US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80E1CA2-CA57-AC67-4334-8B973E5B315D}"/>
              </a:ext>
            </a:extLst>
          </p:cNvPr>
          <p:cNvSpPr/>
          <p:nvPr/>
        </p:nvSpPr>
        <p:spPr>
          <a:xfrm>
            <a:off x="1370500" y="2164166"/>
            <a:ext cx="2139885" cy="974959"/>
          </a:xfrm>
          <a:prstGeom prst="roundRect">
            <a:avLst/>
          </a:prstGeom>
          <a:solidFill>
            <a:srgbClr val="A5AB8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Project</a:t>
            </a:r>
          </a:p>
          <a:p>
            <a:pPr algn="ctr"/>
            <a:r>
              <a:rPr lang="en-US" altLang="zh-CN" sz="1600" b="1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Id,Name,Age</a:t>
            </a:r>
            <a:endParaRPr lang="en-US" altLang="zh-CN" sz="16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n-US" altLang="zh-CN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Bonus=(Age-30)*50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FDDED25-EF30-B07D-4594-67201BB60C19}"/>
              </a:ext>
            </a:extLst>
          </p:cNvPr>
          <p:cNvSpPr/>
          <p:nvPr/>
        </p:nvSpPr>
        <p:spPr>
          <a:xfrm>
            <a:off x="1370500" y="3600917"/>
            <a:ext cx="2139885" cy="658428"/>
          </a:xfrm>
          <a:prstGeom prst="roundRect">
            <a:avLst/>
          </a:prstGeom>
          <a:solidFill>
            <a:srgbClr val="D8B25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Select</a:t>
            </a:r>
          </a:p>
          <a:p>
            <a:pPr algn="ctr"/>
            <a:r>
              <a:rPr lang="en-US" altLang="zh-CN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Age</a:t>
            </a:r>
            <a:r>
              <a:rPr lang="zh-CN" altLang="en-US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＞</a:t>
            </a:r>
            <a:r>
              <a:rPr lang="en-US" altLang="zh-CN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30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83C709D-7A15-9E36-C01B-42F1E40BB335}"/>
              </a:ext>
            </a:extLst>
          </p:cNvPr>
          <p:cNvSpPr/>
          <p:nvPr/>
        </p:nvSpPr>
        <p:spPr>
          <a:xfrm>
            <a:off x="1370500" y="4756931"/>
            <a:ext cx="2139885" cy="658428"/>
          </a:xfrm>
          <a:prstGeom prst="roundRect">
            <a:avLst/>
          </a:prstGeom>
          <a:solidFill>
            <a:srgbClr val="7BA79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Scan</a:t>
            </a:r>
          </a:p>
          <a:p>
            <a:pPr algn="ctr"/>
            <a:r>
              <a:rPr lang="en-US" altLang="zh-CN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People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1616FB6D-86D1-8682-B247-2FF8E1243AE5}"/>
              </a:ext>
            </a:extLst>
          </p:cNvPr>
          <p:cNvCxnSpPr>
            <a:cxnSpLocks/>
          </p:cNvCxnSpPr>
          <p:nvPr/>
        </p:nvCxnSpPr>
        <p:spPr>
          <a:xfrm>
            <a:off x="1941922" y="1702374"/>
            <a:ext cx="0" cy="461792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E4DC449-3E55-199D-22A9-6593339ABC6D}"/>
              </a:ext>
            </a:extLst>
          </p:cNvPr>
          <p:cNvCxnSpPr>
            <a:cxnSpLocks/>
          </p:cNvCxnSpPr>
          <p:nvPr/>
        </p:nvCxnSpPr>
        <p:spPr>
          <a:xfrm>
            <a:off x="1941922" y="3139125"/>
            <a:ext cx="0" cy="461792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A429F2A-9619-AFD9-FF16-0EA7D380CEAD}"/>
              </a:ext>
            </a:extLst>
          </p:cNvPr>
          <p:cNvCxnSpPr>
            <a:cxnSpLocks/>
          </p:cNvCxnSpPr>
          <p:nvPr/>
        </p:nvCxnSpPr>
        <p:spPr>
          <a:xfrm>
            <a:off x="1941922" y="4295139"/>
            <a:ext cx="0" cy="461792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62FE36A-90AA-4BEC-9B1A-5C1832C53660}"/>
              </a:ext>
            </a:extLst>
          </p:cNvPr>
          <p:cNvCxnSpPr>
            <a:cxnSpLocks/>
          </p:cNvCxnSpPr>
          <p:nvPr/>
        </p:nvCxnSpPr>
        <p:spPr>
          <a:xfrm flipV="1">
            <a:off x="2867320" y="1702374"/>
            <a:ext cx="0" cy="461792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876944A7-091F-BC8C-E557-127EE6224501}"/>
              </a:ext>
            </a:extLst>
          </p:cNvPr>
          <p:cNvCxnSpPr>
            <a:cxnSpLocks/>
          </p:cNvCxnSpPr>
          <p:nvPr/>
        </p:nvCxnSpPr>
        <p:spPr>
          <a:xfrm flipV="1">
            <a:off x="2867320" y="3139125"/>
            <a:ext cx="0" cy="461792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8F87313-6C98-B686-E068-A95919FF3295}"/>
              </a:ext>
            </a:extLst>
          </p:cNvPr>
          <p:cNvCxnSpPr>
            <a:cxnSpLocks/>
          </p:cNvCxnSpPr>
          <p:nvPr/>
        </p:nvCxnSpPr>
        <p:spPr>
          <a:xfrm flipV="1">
            <a:off x="2851609" y="4259345"/>
            <a:ext cx="0" cy="497586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4AF2D837-B3C7-C59A-4F89-0C9FF8C6451B}"/>
              </a:ext>
            </a:extLst>
          </p:cNvPr>
          <p:cNvSpPr txBox="1"/>
          <p:nvPr/>
        </p:nvSpPr>
        <p:spPr>
          <a:xfrm>
            <a:off x="1941922" y="1738168"/>
            <a:ext cx="697582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100" b="1" spc="300" dirty="0">
                <a:solidFill>
                  <a:srgbClr val="735B51"/>
                </a:solidFill>
              </a:rPr>
              <a:t>next()</a:t>
            </a:r>
            <a:endParaRPr lang="zh-CN" altLang="en-US" sz="1100" b="1" spc="300" dirty="0">
              <a:solidFill>
                <a:srgbClr val="735B51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D8A688F-F79F-A885-BBFC-9DB20A286AA0}"/>
              </a:ext>
            </a:extLst>
          </p:cNvPr>
          <p:cNvSpPr txBox="1"/>
          <p:nvPr/>
        </p:nvSpPr>
        <p:spPr>
          <a:xfrm>
            <a:off x="2842182" y="1738294"/>
            <a:ext cx="768284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100" b="1" spc="300" dirty="0">
                <a:solidFill>
                  <a:srgbClr val="735B51"/>
                </a:solidFill>
              </a:rPr>
              <a:t>tuple</a:t>
            </a:r>
            <a:endParaRPr lang="zh-CN" altLang="en-US" sz="1100" b="1" spc="300" dirty="0">
              <a:solidFill>
                <a:srgbClr val="735B51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94A36E7-D78C-CC59-1E64-23EB43F5E515}"/>
              </a:ext>
            </a:extLst>
          </p:cNvPr>
          <p:cNvSpPr txBox="1"/>
          <p:nvPr/>
        </p:nvSpPr>
        <p:spPr>
          <a:xfrm>
            <a:off x="1951349" y="3178108"/>
            <a:ext cx="697582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100" b="1" spc="300" dirty="0">
                <a:solidFill>
                  <a:srgbClr val="735B51"/>
                </a:solidFill>
              </a:rPr>
              <a:t>next()</a:t>
            </a:r>
            <a:endParaRPr lang="zh-CN" altLang="en-US" sz="1100" b="1" spc="300" dirty="0">
              <a:solidFill>
                <a:srgbClr val="735B5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56780C-B892-7A7B-AAD3-BDD75370E598}"/>
              </a:ext>
            </a:extLst>
          </p:cNvPr>
          <p:cNvSpPr txBox="1"/>
          <p:nvPr/>
        </p:nvSpPr>
        <p:spPr>
          <a:xfrm>
            <a:off x="2851609" y="3178234"/>
            <a:ext cx="768284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100" b="1" spc="300" dirty="0">
                <a:solidFill>
                  <a:srgbClr val="735B51"/>
                </a:solidFill>
              </a:rPr>
              <a:t>tuple</a:t>
            </a:r>
            <a:endParaRPr lang="zh-CN" altLang="en-US" sz="1100" b="1" spc="300" dirty="0">
              <a:solidFill>
                <a:srgbClr val="735B51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ADE2C05-1A22-44D2-F2F8-6E46A528876B}"/>
              </a:ext>
            </a:extLst>
          </p:cNvPr>
          <p:cNvSpPr txBox="1"/>
          <p:nvPr/>
        </p:nvSpPr>
        <p:spPr>
          <a:xfrm>
            <a:off x="1941922" y="4324915"/>
            <a:ext cx="697582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100" b="1" spc="300" dirty="0">
                <a:solidFill>
                  <a:srgbClr val="735B51"/>
                </a:solidFill>
              </a:rPr>
              <a:t>next()</a:t>
            </a:r>
            <a:endParaRPr lang="zh-CN" altLang="en-US" sz="1100" b="1" spc="300" dirty="0">
              <a:solidFill>
                <a:srgbClr val="735B5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D2F9FC-FBBD-99E8-9C9C-1EAF1C333121}"/>
              </a:ext>
            </a:extLst>
          </p:cNvPr>
          <p:cNvSpPr txBox="1"/>
          <p:nvPr/>
        </p:nvSpPr>
        <p:spPr>
          <a:xfrm>
            <a:off x="2842182" y="4325041"/>
            <a:ext cx="768284" cy="320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100" b="1" spc="300" dirty="0">
                <a:solidFill>
                  <a:srgbClr val="735B51"/>
                </a:solidFill>
              </a:rPr>
              <a:t>tuple</a:t>
            </a:r>
            <a:endParaRPr lang="zh-CN" altLang="en-US" sz="1100" b="1" spc="300" dirty="0">
              <a:solidFill>
                <a:srgbClr val="735B51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8332A06-89CC-AF16-415B-D2D82CA1C6E4}"/>
              </a:ext>
            </a:extLst>
          </p:cNvPr>
          <p:cNvSpPr txBox="1"/>
          <p:nvPr/>
        </p:nvSpPr>
        <p:spPr>
          <a:xfrm>
            <a:off x="4886369" y="1075550"/>
            <a:ext cx="6567195" cy="1501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b="1" spc="300" dirty="0"/>
              <a:t>SELECT </a:t>
            </a:r>
            <a:r>
              <a:rPr lang="en-US" altLang="zh-CN" sz="1600" b="1" spc="300" dirty="0" err="1">
                <a:solidFill>
                  <a:srgbClr val="735B51"/>
                </a:solidFill>
              </a:rPr>
              <a:t>Id,Name,Age</a:t>
            </a:r>
            <a:r>
              <a:rPr lang="en-US" altLang="zh-CN" sz="1600" b="1" spc="300" dirty="0">
                <a:solidFill>
                  <a:srgbClr val="735B51"/>
                </a:solidFill>
              </a:rPr>
              <a:t>,(Age-30)*50 as Bonus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b="1" spc="300" dirty="0"/>
              <a:t>FROM</a:t>
            </a:r>
            <a:r>
              <a:rPr lang="en-US" altLang="zh-CN" sz="1600" b="1" spc="300" dirty="0">
                <a:solidFill>
                  <a:srgbClr val="735B51"/>
                </a:solidFill>
              </a:rPr>
              <a:t>   People 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1600" b="1" spc="300" dirty="0"/>
              <a:t>WHERE</a:t>
            </a:r>
            <a:r>
              <a:rPr lang="en-US" altLang="zh-CN" sz="1600" b="1" spc="300" dirty="0">
                <a:solidFill>
                  <a:srgbClr val="735B51"/>
                </a:solidFill>
              </a:rPr>
              <a:t> Age&gt;30;</a:t>
            </a:r>
            <a:endParaRPr lang="zh-CN" altLang="en-US" sz="1600" b="1" spc="300" dirty="0">
              <a:solidFill>
                <a:srgbClr val="735B51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28A03BF-CA37-2689-85A9-BF64587946F1}"/>
              </a:ext>
            </a:extLst>
          </p:cNvPr>
          <p:cNvSpPr txBox="1"/>
          <p:nvPr/>
        </p:nvSpPr>
        <p:spPr>
          <a:xfrm>
            <a:off x="4886370" y="3310931"/>
            <a:ext cx="6657928" cy="2231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spc="300" dirty="0">
                <a:solidFill>
                  <a:srgbClr val="735B51"/>
                </a:solidFill>
              </a:rPr>
              <a:t>业界常用的数据模型，火山模型。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spc="300" dirty="0">
                <a:solidFill>
                  <a:srgbClr val="735B51"/>
                </a:solidFill>
              </a:rPr>
              <a:t>通过将各个函数操作抽象为一个一个算子，以类似树形的方式，从上至下的驱动。可以为系统模型提供一个良好的模型进行优化，组合，驱动。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23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BFA9ACCA-D339-3BE7-D230-E97165661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0192E359-782D-EC90-7509-9D85E26D1C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C8FF190D-D5A4-808E-8535-D346760CBFF3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FF4AB36D-AE5F-6678-F513-CE6F0D4C8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E6113F33-869C-DE66-5B4C-FED8E6F88727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MiniOB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架构 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1C3D56-9310-0987-51C1-1B62A201307C}"/>
              </a:ext>
            </a:extLst>
          </p:cNvPr>
          <p:cNvSpPr txBox="1"/>
          <p:nvPr/>
        </p:nvSpPr>
        <p:spPr>
          <a:xfrm>
            <a:off x="6096000" y="1202111"/>
            <a:ext cx="5649798" cy="5194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zh-CN" altLang="en-US" sz="1600" b="1" spc="300" dirty="0">
                <a:solidFill>
                  <a:srgbClr val="735B51"/>
                </a:solidFill>
              </a:rPr>
              <a:t>      和刚才的最小化的存储结构相比，</a:t>
            </a:r>
            <a:r>
              <a:rPr lang="en-US" altLang="zh-CN" sz="1600" b="1" spc="300" dirty="0" err="1">
                <a:solidFill>
                  <a:srgbClr val="735B51"/>
                </a:solidFill>
              </a:rPr>
              <a:t>MiniOB</a:t>
            </a:r>
            <a:r>
              <a:rPr lang="zh-CN" altLang="en-US" sz="1600" b="1" spc="300" dirty="0">
                <a:solidFill>
                  <a:srgbClr val="735B51"/>
                </a:solidFill>
              </a:rPr>
              <a:t>多了几个模块。</a:t>
            </a:r>
            <a:endParaRPr lang="en-US" altLang="zh-CN" sz="1600" b="1" spc="300" dirty="0">
              <a:solidFill>
                <a:srgbClr val="735B51"/>
              </a:solidFill>
            </a:endParaRPr>
          </a:p>
          <a:p>
            <a:pPr algn="just"/>
            <a:endParaRPr lang="en-US" altLang="zh-CN" sz="1600" b="1" spc="300" dirty="0">
              <a:solidFill>
                <a:srgbClr val="735B51"/>
              </a:solidFill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b="1" spc="300" dirty="0"/>
              <a:t>用户连接：</a:t>
            </a:r>
            <a:r>
              <a:rPr lang="en-US" altLang="zh-CN" sz="1600" b="1" spc="300" dirty="0">
                <a:solidFill>
                  <a:srgbClr val="735B51"/>
                </a:solidFill>
              </a:rPr>
              <a:t>net-service</a:t>
            </a:r>
            <a:r>
              <a:rPr lang="zh-CN" altLang="en-US" sz="1600" b="1" spc="300" dirty="0">
                <a:solidFill>
                  <a:srgbClr val="735B51"/>
                </a:solidFill>
              </a:rPr>
              <a:t>，刚才是没有做用户连接的。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1600" b="1" spc="300" dirty="0" err="1"/>
              <a:t>Sql</a:t>
            </a:r>
            <a:r>
              <a:rPr lang="zh-CN" altLang="en-US" sz="1600" b="1" spc="300" dirty="0"/>
              <a:t>层：</a:t>
            </a:r>
            <a:r>
              <a:rPr lang="zh-CN" altLang="en-US" sz="1600" b="1" spc="300" dirty="0">
                <a:solidFill>
                  <a:srgbClr val="735B51"/>
                </a:solidFill>
              </a:rPr>
              <a:t>元数据管理，执行器，优化器，</a:t>
            </a:r>
            <a:r>
              <a:rPr lang="en-US" altLang="zh-CN" sz="1600" b="1" spc="300" dirty="0" err="1">
                <a:solidFill>
                  <a:srgbClr val="735B51"/>
                </a:solidFill>
              </a:rPr>
              <a:t>resovler</a:t>
            </a:r>
            <a:r>
              <a:rPr lang="zh-CN" altLang="en-US" sz="1600" b="1" spc="300" dirty="0">
                <a:solidFill>
                  <a:srgbClr val="735B51"/>
                </a:solidFill>
              </a:rPr>
              <a:t>等等，可以对应于刚才过滤筛选</a:t>
            </a:r>
            <a:r>
              <a:rPr lang="en-US" altLang="zh-CN" sz="1600" b="1" spc="300" dirty="0">
                <a:solidFill>
                  <a:srgbClr val="735B51"/>
                </a:solidFill>
              </a:rPr>
              <a:t>price</a:t>
            </a:r>
            <a:r>
              <a:rPr lang="zh-CN" altLang="en-US" sz="1600" b="1" spc="300" dirty="0">
                <a:solidFill>
                  <a:srgbClr val="735B51"/>
                </a:solidFill>
              </a:rPr>
              <a:t>的行为。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1600" b="1" spc="300" dirty="0"/>
              <a:t>存储引擎层：</a:t>
            </a:r>
            <a:r>
              <a:rPr lang="zh-CN" altLang="en-US" sz="1600" b="1" spc="300" dirty="0">
                <a:solidFill>
                  <a:srgbClr val="735B51"/>
                </a:solidFill>
              </a:rPr>
              <a:t>并发互斥，</a:t>
            </a:r>
            <a:r>
              <a:rPr lang="en-US" altLang="zh-CN" sz="1600" b="1" spc="300" dirty="0">
                <a:solidFill>
                  <a:srgbClr val="735B51"/>
                </a:solidFill>
              </a:rPr>
              <a:t>B+</a:t>
            </a:r>
            <a:r>
              <a:rPr lang="zh-CN" altLang="en-US" sz="1600" b="1" spc="300" dirty="0">
                <a:solidFill>
                  <a:srgbClr val="735B51"/>
                </a:solidFill>
              </a:rPr>
              <a:t>树，缓冲区，</a:t>
            </a:r>
            <a:r>
              <a:rPr lang="en-US" altLang="zh-CN" sz="1600" b="1" spc="300" dirty="0">
                <a:solidFill>
                  <a:srgbClr val="735B51"/>
                </a:solidFill>
              </a:rPr>
              <a:t>log</a:t>
            </a:r>
            <a:r>
              <a:rPr lang="zh-CN" altLang="en-US" sz="1600" b="1" spc="300" dirty="0">
                <a:solidFill>
                  <a:srgbClr val="735B51"/>
                </a:solidFill>
              </a:rPr>
              <a:t>日志，</a:t>
            </a:r>
            <a:r>
              <a:rPr lang="en-US" altLang="zh-CN" sz="1600" b="1" spc="300" dirty="0" err="1">
                <a:solidFill>
                  <a:srgbClr val="735B51"/>
                </a:solidFill>
              </a:rPr>
              <a:t>mvcc</a:t>
            </a:r>
            <a:r>
              <a:rPr lang="zh-CN" altLang="en-US" sz="1600" b="1" spc="300" dirty="0">
                <a:solidFill>
                  <a:srgbClr val="735B51"/>
                </a:solidFill>
              </a:rPr>
              <a:t>等。对应于刚才讨论的存储效率的优化。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7CA51E0-FFEE-EDB2-3153-17D42ACF34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82" y="1043249"/>
            <a:ext cx="5210175" cy="52673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2247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488554C3-C42E-01EA-EA2E-7A8C31271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A1694F85-04D1-AF7A-B1E9-FF61650B9F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7A60447E-3F24-3859-492F-D738861EEECA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6110F283-FC3F-42E6-3414-7123973A2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EBDDC1ED-59B2-C2C0-4E14-9C991256E4BC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MiniOB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执行流程 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E555252-3EC9-FEB2-40CB-D528251E5A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91" y="1239970"/>
            <a:ext cx="9453173" cy="349448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A23FF539-9379-B006-DFE0-D6514BFF5A40}"/>
              </a:ext>
            </a:extLst>
          </p:cNvPr>
          <p:cNvSpPr txBox="1"/>
          <p:nvPr/>
        </p:nvSpPr>
        <p:spPr>
          <a:xfrm>
            <a:off x="1212727" y="5009636"/>
            <a:ext cx="9766546" cy="88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b="1" spc="300" dirty="0">
                <a:solidFill>
                  <a:srgbClr val="735B51"/>
                </a:solidFill>
              </a:rPr>
              <a:t>更侧重执行流程的过程图，一条字符串从用户发出，到</a:t>
            </a:r>
            <a:r>
              <a:rPr lang="en-US" altLang="zh-CN" b="1" spc="300" dirty="0">
                <a:solidFill>
                  <a:srgbClr val="735B51"/>
                </a:solidFill>
              </a:rPr>
              <a:t>server</a:t>
            </a:r>
            <a:r>
              <a:rPr lang="zh-CN" altLang="en-US" b="1" spc="300" dirty="0">
                <a:solidFill>
                  <a:srgbClr val="735B51"/>
                </a:solidFill>
              </a:rPr>
              <a:t>接受，然后词法分析语法分析，缓存，</a:t>
            </a:r>
            <a:r>
              <a:rPr lang="en-US" altLang="zh-CN" b="1" spc="300" dirty="0">
                <a:solidFill>
                  <a:srgbClr val="735B51"/>
                </a:solidFill>
              </a:rPr>
              <a:t>resolver</a:t>
            </a:r>
            <a:r>
              <a:rPr lang="zh-CN" altLang="en-US" b="1" spc="300" dirty="0">
                <a:solidFill>
                  <a:srgbClr val="735B51"/>
                </a:solidFill>
              </a:rPr>
              <a:t>，优化，执行，落盘的清晰流程图。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438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1B894085-B00B-E7B0-2228-01AFEF842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16558CA3-A434-3410-4E27-91177C0A96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F649138E-889F-B976-0113-0EFE905D694D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A3F4E0BE-1F1E-F255-49C0-389B969D3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B7C48B3C-87A0-4ACF-7488-52F92B9B9641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一条</a:t>
            </a:r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select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语句的结构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88114D-C8D7-C0E3-D730-398A62B163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33" y="1969235"/>
            <a:ext cx="10517010" cy="422836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A70F998-BEF8-32D3-7827-D8D4987D8AF2}"/>
              </a:ext>
            </a:extLst>
          </p:cNvPr>
          <p:cNvSpPr txBox="1"/>
          <p:nvPr/>
        </p:nvSpPr>
        <p:spPr>
          <a:xfrm>
            <a:off x="1583609" y="1243370"/>
            <a:ext cx="9024782" cy="46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b="1" spc="300" dirty="0">
                <a:solidFill>
                  <a:srgbClr val="C00000"/>
                </a:solidFill>
              </a:rPr>
              <a:t>select </a:t>
            </a:r>
            <a:r>
              <a:rPr lang="en-US" altLang="zh-CN" b="1" spc="300" dirty="0" err="1">
                <a:solidFill>
                  <a:srgbClr val="C00000"/>
                </a:solidFill>
              </a:rPr>
              <a:t>a,SUM</a:t>
            </a:r>
            <a:r>
              <a:rPr lang="en-US" altLang="zh-CN" b="1" spc="300" dirty="0">
                <a:solidFill>
                  <a:srgbClr val="C00000"/>
                </a:solidFill>
              </a:rPr>
              <a:t>(b+1) from tab where b&gt;100 and a&gt;10 group by a;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090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56994BDC-9A2B-85CA-D5DC-2716A49DA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1C17A9A5-941C-0A20-E00C-0D4911A35F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7D720277-5172-2B3C-8872-BF9A92699C74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56E3C1AD-87CA-726B-A101-B11EDA8BF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E67C89D3-D9A5-7082-D3BC-A0BBC0F00FAD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可能生成的算子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2C43283B-F955-98C6-C255-D22AF494F2B2}"/>
              </a:ext>
            </a:extLst>
          </p:cNvPr>
          <p:cNvSpPr/>
          <p:nvPr/>
        </p:nvSpPr>
        <p:spPr>
          <a:xfrm>
            <a:off x="1199933" y="1891269"/>
            <a:ext cx="2139885" cy="759112"/>
          </a:xfrm>
          <a:prstGeom prst="roundRect">
            <a:avLst/>
          </a:prstGeom>
          <a:solidFill>
            <a:srgbClr val="DD804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PROJECT</a:t>
            </a:r>
          </a:p>
          <a:p>
            <a:pPr algn="ctr"/>
            <a:r>
              <a:rPr lang="en-US" altLang="zh-CN" sz="1600" b="1" dirty="0" err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a,SUM</a:t>
            </a:r>
            <a:r>
              <a:rPr lang="en-US" altLang="zh-CN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(b+1)</a:t>
            </a:r>
            <a:endParaRPr lang="zh-CN" altLang="en-US" sz="16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C1D2824-363E-7B17-11C9-4B9B0F40DBA4}"/>
              </a:ext>
            </a:extLst>
          </p:cNvPr>
          <p:cNvSpPr/>
          <p:nvPr/>
        </p:nvSpPr>
        <p:spPr>
          <a:xfrm>
            <a:off x="1199934" y="3102624"/>
            <a:ext cx="2139885" cy="759113"/>
          </a:xfrm>
          <a:prstGeom prst="roundRect">
            <a:avLst/>
          </a:prstGeom>
          <a:solidFill>
            <a:srgbClr val="A5AB8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GROUP BY</a:t>
            </a:r>
          </a:p>
          <a:p>
            <a:pPr algn="ctr"/>
            <a:r>
              <a:rPr lang="en-US" altLang="zh-CN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3CCE4AD-8C5D-FFD9-CB09-8E3CF6B281CF}"/>
              </a:ext>
            </a:extLst>
          </p:cNvPr>
          <p:cNvSpPr/>
          <p:nvPr/>
        </p:nvSpPr>
        <p:spPr>
          <a:xfrm>
            <a:off x="1199934" y="4313980"/>
            <a:ext cx="2139885" cy="658428"/>
          </a:xfrm>
          <a:prstGeom prst="roundRect">
            <a:avLst/>
          </a:prstGeom>
          <a:solidFill>
            <a:srgbClr val="D8B25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PREDICATE</a:t>
            </a:r>
          </a:p>
          <a:p>
            <a:pPr algn="ctr"/>
            <a:r>
              <a:rPr lang="en-US" altLang="zh-CN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b</a:t>
            </a:r>
            <a:r>
              <a:rPr lang="zh-CN" altLang="en-US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＞</a:t>
            </a:r>
            <a:r>
              <a:rPr lang="en-US" altLang="zh-CN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100 and a</a:t>
            </a:r>
            <a:r>
              <a:rPr lang="zh-CN" altLang="en-US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＞</a:t>
            </a:r>
            <a:r>
              <a:rPr lang="en-US" altLang="zh-CN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10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0FE0F0B-FF5B-A94C-8774-2678469EE737}"/>
              </a:ext>
            </a:extLst>
          </p:cNvPr>
          <p:cNvSpPr/>
          <p:nvPr/>
        </p:nvSpPr>
        <p:spPr>
          <a:xfrm>
            <a:off x="1199934" y="5434200"/>
            <a:ext cx="2139885" cy="658428"/>
          </a:xfrm>
          <a:prstGeom prst="roundRect">
            <a:avLst/>
          </a:prstGeom>
          <a:solidFill>
            <a:srgbClr val="7BA79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TABLE SCAN</a:t>
            </a:r>
          </a:p>
          <a:p>
            <a:pPr algn="ctr"/>
            <a:r>
              <a:rPr lang="en-US" altLang="zh-CN" sz="1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tab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61CD5E7-2041-F07B-8024-BFCA8CAF63BC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2269876" y="2650381"/>
            <a:ext cx="1" cy="452243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EB43743-A87D-1E94-1886-EFB29D65FCC3}"/>
              </a:ext>
            </a:extLst>
          </p:cNvPr>
          <p:cNvCxnSpPr>
            <a:cxnSpLocks/>
          </p:cNvCxnSpPr>
          <p:nvPr/>
        </p:nvCxnSpPr>
        <p:spPr>
          <a:xfrm>
            <a:off x="2269877" y="3861737"/>
            <a:ext cx="0" cy="461792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FEABCA5-F0DF-A631-05E1-38DDE24945BA}"/>
              </a:ext>
            </a:extLst>
          </p:cNvPr>
          <p:cNvCxnSpPr>
            <a:cxnSpLocks/>
          </p:cNvCxnSpPr>
          <p:nvPr/>
        </p:nvCxnSpPr>
        <p:spPr>
          <a:xfrm>
            <a:off x="2269876" y="4972408"/>
            <a:ext cx="0" cy="461792"/>
          </a:xfrm>
          <a:prstGeom prst="straightConnector1">
            <a:avLst/>
          </a:prstGeom>
          <a:ln>
            <a:solidFill>
              <a:srgbClr val="775F55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矩形: 剪去单角 25">
            <a:extLst>
              <a:ext uri="{FF2B5EF4-FFF2-40B4-BE49-F238E27FC236}">
                <a16:creationId xmlns:a16="http://schemas.microsoft.com/office/drawing/2014/main" id="{603FAB80-55CC-ABC0-BCB4-C253C67CD411}"/>
              </a:ext>
            </a:extLst>
          </p:cNvPr>
          <p:cNvSpPr/>
          <p:nvPr/>
        </p:nvSpPr>
        <p:spPr>
          <a:xfrm flipH="1">
            <a:off x="3816974" y="3102623"/>
            <a:ext cx="1940085" cy="759113"/>
          </a:xfrm>
          <a:prstGeom prst="snip1Rect">
            <a:avLst>
              <a:gd name="adj" fmla="val 36920"/>
            </a:avLst>
          </a:prstGeom>
          <a:solidFill>
            <a:srgbClr val="968C8C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AGGREGATOR</a:t>
            </a:r>
          </a:p>
          <a:p>
            <a:pPr algn="ctr"/>
            <a:r>
              <a:rPr lang="en-US" altLang="zh-CN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SUM(b+1)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1A05D03-A9C9-2987-2B8A-A1CBCB554F2E}"/>
              </a:ext>
            </a:extLst>
          </p:cNvPr>
          <p:cNvCxnSpPr>
            <a:stCxn id="5" idx="3"/>
            <a:endCxn id="26" idx="0"/>
          </p:cNvCxnSpPr>
          <p:nvPr/>
        </p:nvCxnSpPr>
        <p:spPr>
          <a:xfrm flipV="1">
            <a:off x="3339819" y="3482180"/>
            <a:ext cx="477155" cy="1"/>
          </a:xfrm>
          <a:prstGeom prst="line">
            <a:avLst/>
          </a:prstGeom>
          <a:ln>
            <a:solidFill>
              <a:srgbClr val="775F55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A374A427-E4AC-0E99-E430-22130D8D8DA7}"/>
              </a:ext>
            </a:extLst>
          </p:cNvPr>
          <p:cNvSpPr txBox="1"/>
          <p:nvPr/>
        </p:nvSpPr>
        <p:spPr>
          <a:xfrm>
            <a:off x="6105525" y="2972159"/>
            <a:ext cx="5649798" cy="1008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sz="1600" b="1" spc="300" dirty="0">
                <a:solidFill>
                  <a:srgbClr val="735B51"/>
                </a:solidFill>
              </a:rPr>
              <a:t>     </a:t>
            </a:r>
            <a:r>
              <a:rPr lang="zh-CN" altLang="en-US" sz="1600" b="1" spc="300" dirty="0">
                <a:solidFill>
                  <a:srgbClr val="735B51"/>
                </a:solidFill>
              </a:rPr>
              <a:t>生成的算子会从上到下拉取驱动获得表。每个算子都认为子算子呈递的是一张完整的表。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F564B40-6A22-0A15-329D-15B7B5B0946C}"/>
              </a:ext>
            </a:extLst>
          </p:cNvPr>
          <p:cNvSpPr txBox="1"/>
          <p:nvPr/>
        </p:nvSpPr>
        <p:spPr>
          <a:xfrm>
            <a:off x="1264349" y="1153246"/>
            <a:ext cx="9673992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b="1" spc="300" dirty="0">
                <a:solidFill>
                  <a:srgbClr val="C00000"/>
                </a:solidFill>
              </a:rPr>
              <a:t>select </a:t>
            </a:r>
            <a:r>
              <a:rPr lang="en-US" altLang="zh-CN" sz="2000" b="1" spc="300" dirty="0" err="1">
                <a:solidFill>
                  <a:srgbClr val="C00000"/>
                </a:solidFill>
              </a:rPr>
              <a:t>a,SUM</a:t>
            </a:r>
            <a:r>
              <a:rPr lang="en-US" altLang="zh-CN" sz="2000" b="1" spc="300" dirty="0">
                <a:solidFill>
                  <a:srgbClr val="C00000"/>
                </a:solidFill>
              </a:rPr>
              <a:t>(b+1) from tab where b&gt;100 and a&gt;10 group by a;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25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44B461A-E32E-DE6C-182D-C497E95FC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D2B77503-0D54-AABE-D63E-B62AAB9566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FB5B7102-5A63-2D21-7AB2-42A5176E60AC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6CD9A972-3A10-6D43-A8D9-E36747F42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7E8E921D-397F-7224-F5FB-569254B6BD3A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常见的改写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2D6B06-83A3-6758-8660-C089A8527D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924" y="968229"/>
            <a:ext cx="3657602" cy="4921542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10020672-4992-334C-32A8-CB5ECCEFF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953220"/>
              </p:ext>
            </p:extLst>
          </p:nvPr>
        </p:nvGraphicFramePr>
        <p:xfrm>
          <a:off x="6096000" y="968229"/>
          <a:ext cx="5340350" cy="5544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340350">
                  <a:extLst>
                    <a:ext uri="{9D8B030D-6E8A-4147-A177-3AD203B41FA5}">
                      <a16:colId xmlns:a16="http://schemas.microsoft.com/office/drawing/2014/main" val="2584861239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改写类型</a:t>
                      </a:r>
                      <a:endParaRPr lang="en-US" altLang="zh-CN" b="1" dirty="0">
                        <a:solidFill>
                          <a:schemeClr val="bg1"/>
                        </a:solidFill>
                        <a:effectLst>
                          <a:outerShdw blurRad="50800" dist="50800" dir="5400000" algn="ctr" rotWithShape="0">
                            <a:srgbClr val="000000">
                              <a:alpha val="50000"/>
                            </a:srgbClr>
                          </a:outerShdw>
                        </a:effectLst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rgbClr val="775F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72721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视图合并（</a:t>
                      </a:r>
                      <a:r>
                        <a:rPr lang="en-US" altLang="zh-CN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view merging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</a:t>
                      </a:r>
                    </a:p>
                  </a:txBody>
                  <a:tcPr anchor="ctr">
                    <a:solidFill>
                      <a:srgbClr val="DD8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04588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连接条件下压（</a:t>
                      </a:r>
                      <a:r>
                        <a:rPr lang="en-US" altLang="zh-CN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join predicate push-down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</a:t>
                      </a:r>
                    </a:p>
                  </a:txBody>
                  <a:tcPr anchor="ctr">
                    <a:solidFill>
                      <a:srgbClr val="A5AB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90648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子查询展开</a:t>
                      </a:r>
                      <a:r>
                        <a:rPr lang="en-US" altLang="zh-CN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(subquery unnesting)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>
                          <a:outerShdw blurRad="50800" dist="50800" dir="5400000" algn="ctr" rotWithShape="0">
                            <a:srgbClr val="000000">
                              <a:alpha val="50000"/>
                            </a:srgbClr>
                          </a:outerShdw>
                        </a:effectLst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rgbClr val="D8B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663728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等价类传递</a:t>
                      </a:r>
                      <a:r>
                        <a:rPr lang="en-US" altLang="zh-CN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(outer-join elimination)</a:t>
                      </a:r>
                    </a:p>
                  </a:txBody>
                  <a:tcPr anchor="ctr">
                    <a:solidFill>
                      <a:srgbClr val="7BA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05056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limit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下压</a:t>
                      </a:r>
                      <a:r>
                        <a:rPr lang="en-US" altLang="zh-CN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(limit push-down)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>
                          <a:outerShdw blurRad="50800" dist="50800" dir="5400000" algn="ctr" rotWithShape="0">
                            <a:srgbClr val="000000">
                              <a:alpha val="50000"/>
                            </a:srgbClr>
                          </a:outerShdw>
                        </a:effectLst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rgbClr val="968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40530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谓词转移</a:t>
                      </a:r>
                      <a:r>
                        <a:rPr lang="en-US" altLang="zh-CN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(predicate move around)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>
                          <a:outerShdw blurRad="50800" dist="50800" dir="5400000" algn="ctr" rotWithShape="0">
                            <a:srgbClr val="000000">
                              <a:alpha val="50000"/>
                            </a:srgbClr>
                          </a:outerShdw>
                        </a:effectLst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rgbClr val="94B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71367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或展开</a:t>
                      </a:r>
                      <a:r>
                        <a:rPr lang="en-US" altLang="zh-CN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(or expansion)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>
                          <a:outerShdw blurRad="50800" dist="50800" dir="5400000" algn="ctr" rotWithShape="0">
                            <a:srgbClr val="000000">
                              <a:alpha val="50000"/>
                            </a:srgbClr>
                          </a:outerShdw>
                        </a:effectLst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rgbClr val="5782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67276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聚合转移</a:t>
                      </a:r>
                      <a:r>
                        <a:rPr lang="en-US" altLang="zh-CN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(group-by placement)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>
                          <a:outerShdw blurRad="50800" dist="50800" dir="5400000" algn="ctr" rotWithShape="0">
                            <a:srgbClr val="000000">
                              <a:alpha val="50000"/>
                            </a:srgbClr>
                          </a:outerShdw>
                        </a:effectLst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rgbClr val="BA8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23059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窗口函数转化</a:t>
                      </a:r>
                      <a:r>
                        <a:rPr lang="en-US" altLang="zh-CN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(window function conversion)</a:t>
                      </a:r>
                      <a:endParaRPr lang="zh-CN" altLang="en-US" b="1" dirty="0">
                        <a:solidFill>
                          <a:schemeClr val="bg1"/>
                        </a:solidFill>
                        <a:effectLst>
                          <a:outerShdw blurRad="50800" dist="50800" dir="5400000" algn="ctr" rotWithShape="0">
                            <a:srgbClr val="000000">
                              <a:alpha val="50000"/>
                            </a:srgbClr>
                          </a:outerShdw>
                        </a:effectLst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anchor="ctr">
                    <a:solidFill>
                      <a:srgbClr val="818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63748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bg1"/>
                          </a:solidFill>
                          <a:effectLst>
                            <a:outerShdw blurRad="50800" dist="50800" dir="5400000" algn="ctr" rotWithShape="0">
                              <a:srgbClr val="000000">
                                <a:alpha val="50000"/>
                              </a:srgbClr>
                            </a:outerShdw>
                          </a:effectLst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公共表达式提取</a:t>
                      </a:r>
                    </a:p>
                  </a:txBody>
                  <a:tcPr anchor="ctr">
                    <a:solidFill>
                      <a:srgbClr val="B95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85422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4769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81F29440-2472-2303-6D37-B2359F72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85D3ACA9-4114-99D6-D29F-88BFB70C5F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E912090A-7ECA-9787-955F-9C065E205FFA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63FFCF90-5646-017E-551B-00DDB0828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108A5297-326F-5ADA-5129-19BB6C5CD9A9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B+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树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grpSp>
        <p:nvGrpSpPr>
          <p:cNvPr id="257" name="组合 256">
            <a:extLst>
              <a:ext uri="{FF2B5EF4-FFF2-40B4-BE49-F238E27FC236}">
                <a16:creationId xmlns:a16="http://schemas.microsoft.com/office/drawing/2014/main" id="{D34844BF-CB4C-6661-BBDB-A5260B09CDF0}"/>
              </a:ext>
            </a:extLst>
          </p:cNvPr>
          <p:cNvGrpSpPr/>
          <p:nvPr/>
        </p:nvGrpSpPr>
        <p:grpSpPr>
          <a:xfrm>
            <a:off x="265106" y="1374086"/>
            <a:ext cx="9101641" cy="4478219"/>
            <a:chOff x="598233" y="983868"/>
            <a:chExt cx="7810500" cy="3457575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23BA2460-548F-8CB0-A842-C10034F0B5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233" y="983868"/>
              <a:ext cx="7810500" cy="3457575"/>
            </a:xfrm>
            <a:prstGeom prst="rect">
              <a:avLst/>
            </a:prstGeom>
          </p:spPr>
        </p:pic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CA18D1A1-AD91-30DD-8A78-283A7EBC860D}"/>
                </a:ext>
              </a:extLst>
            </p:cNvPr>
            <p:cNvCxnSpPr>
              <a:cxnSpLocks/>
            </p:cNvCxnSpPr>
            <p:nvPr/>
          </p:nvCxnSpPr>
          <p:spPr>
            <a:xfrm>
              <a:off x="5607050" y="2568575"/>
              <a:ext cx="2066925" cy="777875"/>
            </a:xfrm>
            <a:prstGeom prst="line">
              <a:avLst/>
            </a:prstGeom>
            <a:ln>
              <a:solidFill>
                <a:srgbClr val="79AF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465485E1-86D4-D359-89B7-3D8830901D83}"/>
                </a:ext>
              </a:extLst>
            </p:cNvPr>
            <p:cNvCxnSpPr>
              <a:cxnSpLocks/>
            </p:cNvCxnSpPr>
            <p:nvPr/>
          </p:nvCxnSpPr>
          <p:spPr>
            <a:xfrm>
              <a:off x="5292725" y="2568575"/>
              <a:ext cx="1111250" cy="777875"/>
            </a:xfrm>
            <a:prstGeom prst="line">
              <a:avLst/>
            </a:prstGeom>
            <a:ln>
              <a:solidFill>
                <a:srgbClr val="79AF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26AC345B-3F4C-1B2C-89DD-1DD854E16530}"/>
                </a:ext>
              </a:extLst>
            </p:cNvPr>
            <p:cNvCxnSpPr>
              <a:cxnSpLocks/>
            </p:cNvCxnSpPr>
            <p:nvPr/>
          </p:nvCxnSpPr>
          <p:spPr>
            <a:xfrm>
              <a:off x="5049837" y="2568574"/>
              <a:ext cx="100013" cy="755651"/>
            </a:xfrm>
            <a:prstGeom prst="line">
              <a:avLst/>
            </a:prstGeom>
            <a:ln>
              <a:solidFill>
                <a:srgbClr val="79AF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1CEF01F-33C5-4C61-42C7-11DB329551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02075" y="2568573"/>
              <a:ext cx="814387" cy="755652"/>
            </a:xfrm>
            <a:prstGeom prst="line">
              <a:avLst/>
            </a:prstGeom>
            <a:ln>
              <a:solidFill>
                <a:srgbClr val="79AF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2E585C1-E625-B582-0EE1-8BB7BDDD75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3656" y="2568573"/>
              <a:ext cx="73692" cy="755652"/>
            </a:xfrm>
            <a:prstGeom prst="line">
              <a:avLst/>
            </a:prstGeom>
            <a:ln>
              <a:solidFill>
                <a:srgbClr val="79AF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034009C-9C10-994B-2FF1-5067859BA6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8929" y="2568573"/>
              <a:ext cx="1006602" cy="755652"/>
            </a:xfrm>
            <a:prstGeom prst="line">
              <a:avLst/>
            </a:prstGeom>
            <a:ln>
              <a:solidFill>
                <a:srgbClr val="79AF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D53D7C1D-0137-3681-56AD-F30EC5417B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0675" y="1610517"/>
              <a:ext cx="696912" cy="472283"/>
            </a:xfrm>
            <a:prstGeom prst="line">
              <a:avLst/>
            </a:prstGeom>
            <a:ln>
              <a:solidFill>
                <a:srgbClr val="79AF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F5E656F0-9745-27A5-7D1F-ABA3B86361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98094" y="1610517"/>
              <a:ext cx="1301749" cy="494508"/>
            </a:xfrm>
            <a:prstGeom prst="line">
              <a:avLst/>
            </a:prstGeom>
            <a:ln>
              <a:solidFill>
                <a:srgbClr val="79AF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1" name="文本框 270">
            <a:extLst>
              <a:ext uri="{FF2B5EF4-FFF2-40B4-BE49-F238E27FC236}">
                <a16:creationId xmlns:a16="http://schemas.microsoft.com/office/drawing/2014/main" id="{5B84FD65-FF8C-7F66-2981-6CE8319D8DA6}"/>
              </a:ext>
            </a:extLst>
          </p:cNvPr>
          <p:cNvSpPr txBox="1"/>
          <p:nvPr/>
        </p:nvSpPr>
        <p:spPr>
          <a:xfrm>
            <a:off x="7873832" y="1873635"/>
            <a:ext cx="4023640" cy="2231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b="1" spc="300" dirty="0">
                <a:solidFill>
                  <a:srgbClr val="735B51"/>
                </a:solidFill>
              </a:rPr>
              <a:t>      B+ </a:t>
            </a:r>
            <a:r>
              <a:rPr lang="zh-CN" altLang="en-US" b="1" spc="300" dirty="0">
                <a:solidFill>
                  <a:srgbClr val="735B51"/>
                </a:solidFill>
              </a:rPr>
              <a:t>树将存储块组织成一棵树的形状，每个结点是一个存储块，这棵树是平衡的，即从树根到树叶的所有路径都一样长。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583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FD78EB9F-6985-619C-6BE2-706EE3BBC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DF3BF636-06BC-574F-5AF9-6C44585FD3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4B66128A-C9E9-0C4A-50D2-AD661EB2BD8E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6511967F-6E12-BB3D-752A-ABC621480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4A18E999-4FDF-9916-6C9D-80D727831B56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Buffer pool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存储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AF8B9ADE-4956-2D3F-DF17-25379658C76E}"/>
              </a:ext>
            </a:extLst>
          </p:cNvPr>
          <p:cNvSpPr txBox="1"/>
          <p:nvPr/>
        </p:nvSpPr>
        <p:spPr>
          <a:xfrm>
            <a:off x="6997700" y="2667719"/>
            <a:ext cx="4899771" cy="1467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altLang="zh-CN" sz="2400" b="1" spc="300" dirty="0" err="1">
                <a:solidFill>
                  <a:srgbClr val="735B51"/>
                </a:solidFill>
              </a:rPr>
              <a:t>MiniOB</a:t>
            </a:r>
            <a:r>
              <a:rPr lang="zh-CN" altLang="en-US" sz="2400" b="1" spc="300" dirty="0">
                <a:solidFill>
                  <a:srgbClr val="735B51"/>
                </a:solidFill>
              </a:rPr>
              <a:t>对存储刷盘等等的优化，这也是大多数数据库会做的事。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F4AC224-81EF-432A-54AB-D8423713C8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28" y="977900"/>
            <a:ext cx="6560830" cy="58801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062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D7F772C6-F641-656B-9409-5DC66E99E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0029F0E7-B451-3652-BEB9-FEE15A1062C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2F2F1A39-ABDA-32FD-86FC-678B6BC54218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ED1C6F03-D9A8-1D28-946A-4E6120C71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3744C1BC-FFF0-19B1-1277-DFCBA0BEFA9C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调试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71" name="文本框 270">
            <a:extLst>
              <a:ext uri="{FF2B5EF4-FFF2-40B4-BE49-F238E27FC236}">
                <a16:creationId xmlns:a16="http://schemas.microsoft.com/office/drawing/2014/main" id="{1EF9AD39-BD1A-BBAD-D65D-1BF7456BA4B4}"/>
              </a:ext>
            </a:extLst>
          </p:cNvPr>
          <p:cNvSpPr txBox="1"/>
          <p:nvPr/>
        </p:nvSpPr>
        <p:spPr>
          <a:xfrm>
            <a:off x="753491" y="1923135"/>
            <a:ext cx="5050409" cy="3084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735B51"/>
                </a:solidFill>
              </a:rPr>
              <a:t>按照部署文档，对项目进行编译运行，确保每次都运行最新的版本。</a:t>
            </a:r>
            <a:endParaRPr lang="en-US" altLang="zh-CN" sz="2000" b="1" spc="300" dirty="0">
              <a:solidFill>
                <a:srgbClr val="735B5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l"/>
            </a:pPr>
            <a:endParaRPr lang="zh-CN" altLang="en-US" sz="2000" b="1" spc="300" dirty="0">
              <a:solidFill>
                <a:srgbClr val="735B51"/>
              </a:solidFill>
            </a:endParaRP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735B51"/>
                </a:solidFill>
              </a:rPr>
              <a:t>以</a:t>
            </a:r>
            <a:r>
              <a:rPr lang="en-US" altLang="zh-CN" sz="2000" b="1" spc="300" dirty="0" err="1">
                <a:solidFill>
                  <a:srgbClr val="735B51"/>
                </a:solidFill>
              </a:rPr>
              <a:t>Clion</a:t>
            </a:r>
            <a:r>
              <a:rPr lang="zh-CN" altLang="en-US" sz="2000" b="1" spc="300" dirty="0">
                <a:solidFill>
                  <a:srgbClr val="735B51"/>
                </a:solidFill>
              </a:rPr>
              <a:t>调试一个</a:t>
            </a:r>
            <a:r>
              <a:rPr lang="en-US" altLang="zh-CN" sz="2000" b="1" spc="300" dirty="0" err="1">
                <a:solidFill>
                  <a:srgbClr val="735B51"/>
                </a:solidFill>
              </a:rPr>
              <a:t>sql</a:t>
            </a:r>
            <a:r>
              <a:rPr lang="zh-CN" altLang="en-US" sz="2000" b="1" spc="300" dirty="0">
                <a:solidFill>
                  <a:srgbClr val="735B51"/>
                </a:solidFill>
              </a:rPr>
              <a:t>为例。</a:t>
            </a:r>
            <a:endParaRPr lang="en-US" altLang="zh-CN" sz="2000" b="1" spc="300" dirty="0">
              <a:solidFill>
                <a:srgbClr val="735B5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l"/>
            </a:pPr>
            <a:endParaRPr lang="zh-CN" altLang="en-US" sz="2000" b="1" spc="300" dirty="0">
              <a:solidFill>
                <a:srgbClr val="735B51"/>
              </a:solidFill>
            </a:endParaRP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735B51"/>
                </a:solidFill>
              </a:rPr>
              <a:t>同时过一遍项目目录。</a:t>
            </a:r>
            <a:endParaRPr lang="en-US" altLang="zh-CN" sz="2000" b="1" spc="300" dirty="0">
              <a:solidFill>
                <a:srgbClr val="735B5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8A8972E-26E5-EFBC-57C1-B56A4360F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208" y="1317605"/>
            <a:ext cx="4763301" cy="42958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03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CB3D4018-B1CD-93A4-E4FE-35D19372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86B21D47-A7B6-6B98-DC27-8184874ED9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1C9BD44B-1D33-0379-6383-51ADA2A9C572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B4B52F36-F0B7-61DF-BA31-E34F66694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3F002621-135B-2347-96C6-A5E1D9AC4EE3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课后作业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pic>
        <p:nvPicPr>
          <p:cNvPr id="3" name="图片 2" descr="文本&#10;&#10;AI-generated content may be incorrect.">
            <a:extLst>
              <a:ext uri="{FF2B5EF4-FFF2-40B4-BE49-F238E27FC236}">
                <a16:creationId xmlns:a16="http://schemas.microsoft.com/office/drawing/2014/main" id="{E4FC73D8-160C-D289-6E9F-402837FEAF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82" y="983868"/>
            <a:ext cx="8399018" cy="5775646"/>
          </a:xfrm>
          <a:prstGeom prst="rect">
            <a:avLst/>
          </a:prstGeom>
        </p:spPr>
      </p:pic>
      <p:sp>
        <p:nvSpPr>
          <p:cNvPr id="271" name="文本框 270">
            <a:extLst>
              <a:ext uri="{FF2B5EF4-FFF2-40B4-BE49-F238E27FC236}">
                <a16:creationId xmlns:a16="http://schemas.microsoft.com/office/drawing/2014/main" id="{53B6DADC-3104-A710-4E97-1BFF3A6B8032}"/>
              </a:ext>
            </a:extLst>
          </p:cNvPr>
          <p:cNvSpPr txBox="1"/>
          <p:nvPr/>
        </p:nvSpPr>
        <p:spPr>
          <a:xfrm>
            <a:off x="7061200" y="1558271"/>
            <a:ext cx="4875213" cy="4315861"/>
          </a:xfrm>
          <a:prstGeom prst="rect">
            <a:avLst/>
          </a:prstGeom>
          <a:solidFill>
            <a:srgbClr val="FDFCF9">
              <a:alpha val="77000"/>
            </a:srgbClr>
          </a:solidFill>
          <a:effectLst>
            <a:glow rad="101600">
              <a:schemeClr val="accent3">
                <a:satMod val="175000"/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C00000"/>
                </a:solidFill>
              </a:rPr>
              <a:t>配置好环境，成功运行。</a:t>
            </a:r>
            <a:endParaRPr lang="en-US" altLang="zh-CN" sz="2000" b="1" spc="300" dirty="0">
              <a:solidFill>
                <a:srgbClr val="C0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l"/>
            </a:pPr>
            <a:endParaRPr lang="zh-CN" altLang="en-US" sz="2000" b="1" spc="300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C00000"/>
                </a:solidFill>
              </a:rPr>
              <a:t>配置好</a:t>
            </a:r>
            <a:r>
              <a:rPr lang="en-US" altLang="zh-CN" sz="2000" b="1" spc="300" dirty="0">
                <a:solidFill>
                  <a:srgbClr val="C00000"/>
                </a:solidFill>
              </a:rPr>
              <a:t>ide</a:t>
            </a:r>
            <a:r>
              <a:rPr lang="zh-CN" altLang="en-US" sz="2000" b="1" spc="300" dirty="0">
                <a:solidFill>
                  <a:srgbClr val="C00000"/>
                </a:solidFill>
              </a:rPr>
              <a:t>，尝试调试，根据断点查看每个步骤的数据结构，了解</a:t>
            </a:r>
            <a:r>
              <a:rPr lang="en-US" altLang="zh-CN" sz="2000" b="1" spc="300" dirty="0" err="1">
                <a:solidFill>
                  <a:srgbClr val="C00000"/>
                </a:solidFill>
              </a:rPr>
              <a:t>MiniOB</a:t>
            </a:r>
            <a:r>
              <a:rPr lang="zh-CN" altLang="en-US" sz="2000" b="1" spc="300" dirty="0">
                <a:solidFill>
                  <a:srgbClr val="C00000"/>
                </a:solidFill>
              </a:rPr>
              <a:t>的数据流向。</a:t>
            </a:r>
            <a:endParaRPr lang="en-US" altLang="zh-CN" sz="2000" b="1" spc="300" dirty="0">
              <a:solidFill>
                <a:srgbClr val="C00000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l"/>
            </a:pPr>
            <a:endParaRPr lang="zh-CN" altLang="en-US" sz="2000" b="1" spc="300" dirty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b="1" spc="300" dirty="0">
                <a:solidFill>
                  <a:srgbClr val="C00000"/>
                </a:solidFill>
              </a:rPr>
              <a:t>尝试完成一个赛题，</a:t>
            </a:r>
            <a:r>
              <a:rPr lang="en-US" altLang="zh-CN" sz="2000" b="1" spc="300" dirty="0">
                <a:solidFill>
                  <a:srgbClr val="C00000"/>
                </a:solidFill>
              </a:rPr>
              <a:t>update</a:t>
            </a:r>
            <a:r>
              <a:rPr lang="zh-CN" altLang="en-US" sz="2000" b="1" spc="300" dirty="0">
                <a:solidFill>
                  <a:srgbClr val="C00000"/>
                </a:solidFill>
              </a:rPr>
              <a:t>或者</a:t>
            </a:r>
            <a:r>
              <a:rPr lang="en-US" altLang="zh-CN" sz="2000" b="1" spc="300" dirty="0">
                <a:solidFill>
                  <a:srgbClr val="C00000"/>
                </a:solidFill>
              </a:rPr>
              <a:t>drop</a:t>
            </a:r>
            <a:r>
              <a:rPr lang="zh-CN" altLang="en-US" sz="2000" b="1" spc="300" dirty="0">
                <a:solidFill>
                  <a:srgbClr val="C00000"/>
                </a:solidFill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358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1C45482-D1E2-7B86-6329-ED5D27CC609A}"/>
              </a:ext>
            </a:extLst>
          </p:cNvPr>
          <p:cNvGrpSpPr/>
          <p:nvPr/>
        </p:nvGrpSpPr>
        <p:grpSpPr>
          <a:xfrm>
            <a:off x="2700779" y="3429000"/>
            <a:ext cx="6790441" cy="3078448"/>
            <a:chOff x="2990247" y="3213679"/>
            <a:chExt cx="6211506" cy="2956950"/>
          </a:xfrm>
        </p:grpSpPr>
        <p:grpSp>
          <p:nvGrpSpPr>
            <p:cNvPr id="82" name="Group 81"/>
            <p:cNvGrpSpPr/>
            <p:nvPr/>
          </p:nvGrpSpPr>
          <p:grpSpPr>
            <a:xfrm>
              <a:off x="6278932" y="4591132"/>
              <a:ext cx="2195187" cy="1356975"/>
              <a:chOff x="6278932" y="4428302"/>
              <a:chExt cx="2195187" cy="1356975"/>
            </a:xfrm>
          </p:grpSpPr>
          <p:sp>
            <p:nvSpPr>
              <p:cNvPr id="26" name="Freeform 23"/>
              <p:cNvSpPr>
                <a:spLocks/>
              </p:cNvSpPr>
              <p:nvPr/>
            </p:nvSpPr>
            <p:spPr bwMode="auto">
              <a:xfrm>
                <a:off x="6486438" y="4428302"/>
                <a:ext cx="1787002" cy="1290082"/>
              </a:xfrm>
              <a:custGeom>
                <a:avLst/>
                <a:gdLst>
                  <a:gd name="T0" fmla="*/ 801 w 801"/>
                  <a:gd name="T1" fmla="*/ 577 h 577"/>
                  <a:gd name="T2" fmla="*/ 0 w 801"/>
                  <a:gd name="T3" fmla="*/ 577 h 577"/>
                  <a:gd name="T4" fmla="*/ 0 w 801"/>
                  <a:gd name="T5" fmla="*/ 42 h 577"/>
                  <a:gd name="T6" fmla="*/ 42 w 801"/>
                  <a:gd name="T7" fmla="*/ 0 h 577"/>
                  <a:gd name="T8" fmla="*/ 759 w 801"/>
                  <a:gd name="T9" fmla="*/ 0 h 577"/>
                  <a:gd name="T10" fmla="*/ 801 w 801"/>
                  <a:gd name="T11" fmla="*/ 42 h 577"/>
                  <a:gd name="T12" fmla="*/ 801 w 801"/>
                  <a:gd name="T13" fmla="*/ 577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1" h="577">
                    <a:moveTo>
                      <a:pt x="801" y="577"/>
                    </a:moveTo>
                    <a:cubicBezTo>
                      <a:pt x="0" y="577"/>
                      <a:pt x="0" y="577"/>
                      <a:pt x="0" y="577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759" y="0"/>
                      <a:pt x="759" y="0"/>
                      <a:pt x="759" y="0"/>
                    </a:cubicBezTo>
                    <a:cubicBezTo>
                      <a:pt x="782" y="0"/>
                      <a:pt x="801" y="19"/>
                      <a:pt x="801" y="42"/>
                    </a:cubicBezTo>
                    <a:lnTo>
                      <a:pt x="801" y="577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28" name="Rectangle 25"/>
              <p:cNvSpPr>
                <a:spLocks noChangeArrowheads="1"/>
              </p:cNvSpPr>
              <p:nvPr/>
            </p:nvSpPr>
            <p:spPr bwMode="auto">
              <a:xfrm>
                <a:off x="6557426" y="4525229"/>
                <a:ext cx="1645025" cy="10211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Freeform 27"/>
              <p:cNvSpPr>
                <a:spLocks/>
              </p:cNvSpPr>
              <p:nvPr/>
            </p:nvSpPr>
            <p:spPr bwMode="auto">
              <a:xfrm>
                <a:off x="6278932" y="5650125"/>
                <a:ext cx="2195187" cy="55972"/>
              </a:xfrm>
              <a:custGeom>
                <a:avLst/>
                <a:gdLst>
                  <a:gd name="T0" fmla="*/ 984 w 984"/>
                  <a:gd name="T1" fmla="*/ 25 h 25"/>
                  <a:gd name="T2" fmla="*/ 0 w 984"/>
                  <a:gd name="T3" fmla="*/ 25 h 25"/>
                  <a:gd name="T4" fmla="*/ 0 w 984"/>
                  <a:gd name="T5" fmla="*/ 14 h 25"/>
                  <a:gd name="T6" fmla="*/ 14 w 984"/>
                  <a:gd name="T7" fmla="*/ 0 h 25"/>
                  <a:gd name="T8" fmla="*/ 970 w 984"/>
                  <a:gd name="T9" fmla="*/ 0 h 25"/>
                  <a:gd name="T10" fmla="*/ 984 w 984"/>
                  <a:gd name="T11" fmla="*/ 14 h 25"/>
                  <a:gd name="T12" fmla="*/ 984 w 984"/>
                  <a:gd name="T13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4" h="25">
                    <a:moveTo>
                      <a:pt x="984" y="25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970" y="0"/>
                      <a:pt x="970" y="0"/>
                      <a:pt x="970" y="0"/>
                    </a:cubicBezTo>
                    <a:cubicBezTo>
                      <a:pt x="977" y="0"/>
                      <a:pt x="984" y="6"/>
                      <a:pt x="984" y="14"/>
                    </a:cubicBezTo>
                    <a:lnTo>
                      <a:pt x="984" y="25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Freeform 28"/>
              <p:cNvSpPr>
                <a:spLocks/>
              </p:cNvSpPr>
              <p:nvPr/>
            </p:nvSpPr>
            <p:spPr bwMode="auto">
              <a:xfrm>
                <a:off x="6278932" y="5706097"/>
                <a:ext cx="2195187" cy="79180"/>
              </a:xfrm>
              <a:custGeom>
                <a:avLst/>
                <a:gdLst>
                  <a:gd name="T0" fmla="*/ 984 w 984"/>
                  <a:gd name="T1" fmla="*/ 0 h 35"/>
                  <a:gd name="T2" fmla="*/ 948 w 984"/>
                  <a:gd name="T3" fmla="*/ 35 h 35"/>
                  <a:gd name="T4" fmla="*/ 36 w 984"/>
                  <a:gd name="T5" fmla="*/ 35 h 35"/>
                  <a:gd name="T6" fmla="*/ 0 w 984"/>
                  <a:gd name="T7" fmla="*/ 0 h 35"/>
                  <a:gd name="T8" fmla="*/ 984 w 984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4" h="35">
                    <a:moveTo>
                      <a:pt x="984" y="0"/>
                    </a:moveTo>
                    <a:cubicBezTo>
                      <a:pt x="984" y="19"/>
                      <a:pt x="968" y="35"/>
                      <a:pt x="948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16" y="35"/>
                      <a:pt x="0" y="19"/>
                      <a:pt x="0" y="0"/>
                    </a:cubicBezTo>
                    <a:cubicBezTo>
                      <a:pt x="984" y="0"/>
                      <a:pt x="984" y="0"/>
                      <a:pt x="984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Rectangle 31"/>
              <p:cNvSpPr>
                <a:spLocks noChangeArrowheads="1"/>
              </p:cNvSpPr>
              <p:nvPr/>
            </p:nvSpPr>
            <p:spPr bwMode="auto">
              <a:xfrm>
                <a:off x="6691212" y="4645363"/>
                <a:ext cx="266207" cy="263477"/>
              </a:xfrm>
              <a:prstGeom prst="rect">
                <a:avLst/>
              </a:prstGeom>
              <a:solidFill>
                <a:srgbClr val="E89D1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5" name="Rectangle 32"/>
              <p:cNvSpPr>
                <a:spLocks noChangeArrowheads="1"/>
              </p:cNvSpPr>
              <p:nvPr/>
            </p:nvSpPr>
            <p:spPr bwMode="auto">
              <a:xfrm>
                <a:off x="7050251" y="4645363"/>
                <a:ext cx="266207" cy="513302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6" name="Freeform 33"/>
              <p:cNvSpPr>
                <a:spLocks/>
              </p:cNvSpPr>
              <p:nvPr/>
            </p:nvSpPr>
            <p:spPr bwMode="auto">
              <a:xfrm>
                <a:off x="6691212" y="4986655"/>
                <a:ext cx="688044" cy="483269"/>
              </a:xfrm>
              <a:custGeom>
                <a:avLst/>
                <a:gdLst>
                  <a:gd name="T0" fmla="*/ 195 w 504"/>
                  <a:gd name="T1" fmla="*/ 192 h 354"/>
                  <a:gd name="T2" fmla="*/ 195 w 504"/>
                  <a:gd name="T3" fmla="*/ 0 h 354"/>
                  <a:gd name="T4" fmla="*/ 0 w 504"/>
                  <a:gd name="T5" fmla="*/ 0 h 354"/>
                  <a:gd name="T6" fmla="*/ 0 w 504"/>
                  <a:gd name="T7" fmla="*/ 192 h 354"/>
                  <a:gd name="T8" fmla="*/ 0 w 504"/>
                  <a:gd name="T9" fmla="*/ 251 h 354"/>
                  <a:gd name="T10" fmla="*/ 0 w 504"/>
                  <a:gd name="T11" fmla="*/ 354 h 354"/>
                  <a:gd name="T12" fmla="*/ 504 w 504"/>
                  <a:gd name="T13" fmla="*/ 354 h 354"/>
                  <a:gd name="T14" fmla="*/ 504 w 504"/>
                  <a:gd name="T15" fmla="*/ 192 h 354"/>
                  <a:gd name="T16" fmla="*/ 195 w 504"/>
                  <a:gd name="T17" fmla="*/ 192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4" h="354">
                    <a:moveTo>
                      <a:pt x="195" y="192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92"/>
                    </a:lnTo>
                    <a:lnTo>
                      <a:pt x="0" y="251"/>
                    </a:lnTo>
                    <a:lnTo>
                      <a:pt x="0" y="354"/>
                    </a:lnTo>
                    <a:lnTo>
                      <a:pt x="504" y="354"/>
                    </a:lnTo>
                    <a:lnTo>
                      <a:pt x="504" y="192"/>
                    </a:lnTo>
                    <a:lnTo>
                      <a:pt x="195" y="19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Rectangle 34"/>
              <p:cNvSpPr>
                <a:spLocks noChangeArrowheads="1"/>
              </p:cNvSpPr>
              <p:nvPr/>
            </p:nvSpPr>
            <p:spPr bwMode="auto">
              <a:xfrm>
                <a:off x="7379256" y="5248767"/>
                <a:ext cx="700330" cy="22115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8" name="Rectangle 35"/>
              <p:cNvSpPr>
                <a:spLocks noChangeArrowheads="1"/>
              </p:cNvSpPr>
              <p:nvPr/>
            </p:nvSpPr>
            <p:spPr bwMode="auto">
              <a:xfrm>
                <a:off x="7432498" y="4869250"/>
                <a:ext cx="394533" cy="28941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84" name="Freeform 84"/>
              <p:cNvSpPr>
                <a:spLocks/>
              </p:cNvSpPr>
              <p:nvPr/>
            </p:nvSpPr>
            <p:spPr bwMode="auto">
              <a:xfrm>
                <a:off x="7695975" y="4964812"/>
                <a:ext cx="367230" cy="371325"/>
              </a:xfrm>
              <a:custGeom>
                <a:avLst/>
                <a:gdLst>
                  <a:gd name="T0" fmla="*/ 227 w 269"/>
                  <a:gd name="T1" fmla="*/ 93 h 272"/>
                  <a:gd name="T2" fmla="*/ 0 w 269"/>
                  <a:gd name="T3" fmla="*/ 0 h 272"/>
                  <a:gd name="T4" fmla="*/ 93 w 269"/>
                  <a:gd name="T5" fmla="*/ 228 h 272"/>
                  <a:gd name="T6" fmla="*/ 135 w 269"/>
                  <a:gd name="T7" fmla="*/ 172 h 272"/>
                  <a:gd name="T8" fmla="*/ 235 w 269"/>
                  <a:gd name="T9" fmla="*/ 272 h 272"/>
                  <a:gd name="T10" fmla="*/ 269 w 269"/>
                  <a:gd name="T11" fmla="*/ 236 h 272"/>
                  <a:gd name="T12" fmla="*/ 171 w 269"/>
                  <a:gd name="T13" fmla="*/ 138 h 272"/>
                  <a:gd name="T14" fmla="*/ 227 w 269"/>
                  <a:gd name="T15" fmla="*/ 93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9" h="272">
                    <a:moveTo>
                      <a:pt x="227" y="93"/>
                    </a:moveTo>
                    <a:lnTo>
                      <a:pt x="0" y="0"/>
                    </a:lnTo>
                    <a:lnTo>
                      <a:pt x="93" y="228"/>
                    </a:lnTo>
                    <a:lnTo>
                      <a:pt x="135" y="172"/>
                    </a:lnTo>
                    <a:lnTo>
                      <a:pt x="235" y="272"/>
                    </a:lnTo>
                    <a:lnTo>
                      <a:pt x="269" y="236"/>
                    </a:lnTo>
                    <a:lnTo>
                      <a:pt x="171" y="138"/>
                    </a:lnTo>
                    <a:lnTo>
                      <a:pt x="227" y="9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85" name="Freeform 85"/>
              <p:cNvSpPr>
                <a:spLocks/>
              </p:cNvSpPr>
              <p:nvPr/>
            </p:nvSpPr>
            <p:spPr bwMode="auto">
              <a:xfrm>
                <a:off x="7695975" y="4964812"/>
                <a:ext cx="367230" cy="346752"/>
              </a:xfrm>
              <a:custGeom>
                <a:avLst/>
                <a:gdLst>
                  <a:gd name="T0" fmla="*/ 0 w 269"/>
                  <a:gd name="T1" fmla="*/ 0 h 254"/>
                  <a:gd name="T2" fmla="*/ 253 w 269"/>
                  <a:gd name="T3" fmla="*/ 254 h 254"/>
                  <a:gd name="T4" fmla="*/ 269 w 269"/>
                  <a:gd name="T5" fmla="*/ 236 h 254"/>
                  <a:gd name="T6" fmla="*/ 171 w 269"/>
                  <a:gd name="T7" fmla="*/ 138 h 254"/>
                  <a:gd name="T8" fmla="*/ 227 w 269"/>
                  <a:gd name="T9" fmla="*/ 93 h 254"/>
                  <a:gd name="T10" fmla="*/ 0 w 269"/>
                  <a:gd name="T11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9" h="254">
                    <a:moveTo>
                      <a:pt x="0" y="0"/>
                    </a:moveTo>
                    <a:lnTo>
                      <a:pt x="253" y="254"/>
                    </a:lnTo>
                    <a:lnTo>
                      <a:pt x="269" y="236"/>
                    </a:lnTo>
                    <a:lnTo>
                      <a:pt x="171" y="138"/>
                    </a:lnTo>
                    <a:lnTo>
                      <a:pt x="227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4379986" y="3378864"/>
              <a:ext cx="625246" cy="625246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2"/>
                    <a:pt x="78" y="252"/>
                    <a:pt x="140" y="252"/>
                  </a:cubicBezTo>
                  <a:cubicBezTo>
                    <a:pt x="201" y="252"/>
                    <a:pt x="252" y="202"/>
                    <a:pt x="252" y="140"/>
                  </a:cubicBezTo>
                  <a:cubicBezTo>
                    <a:pt x="252" y="78"/>
                    <a:pt x="201" y="28"/>
                    <a:pt x="140" y="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17" name="Freeform 14"/>
            <p:cNvSpPr>
              <a:spLocks noEditPoints="1"/>
            </p:cNvSpPr>
            <p:nvPr/>
          </p:nvSpPr>
          <p:spPr bwMode="auto">
            <a:xfrm>
              <a:off x="5406591" y="3213679"/>
              <a:ext cx="622516" cy="625246"/>
            </a:xfrm>
            <a:custGeom>
              <a:avLst/>
              <a:gdLst>
                <a:gd name="T0" fmla="*/ 139 w 279"/>
                <a:gd name="T1" fmla="*/ 280 h 280"/>
                <a:gd name="T2" fmla="*/ 0 w 279"/>
                <a:gd name="T3" fmla="*/ 140 h 280"/>
                <a:gd name="T4" fmla="*/ 139 w 279"/>
                <a:gd name="T5" fmla="*/ 0 h 280"/>
                <a:gd name="T6" fmla="*/ 279 w 279"/>
                <a:gd name="T7" fmla="*/ 140 h 280"/>
                <a:gd name="T8" fmla="*/ 139 w 279"/>
                <a:gd name="T9" fmla="*/ 280 h 280"/>
                <a:gd name="T10" fmla="*/ 139 w 279"/>
                <a:gd name="T11" fmla="*/ 28 h 280"/>
                <a:gd name="T12" fmla="*/ 28 w 279"/>
                <a:gd name="T13" fmla="*/ 140 h 280"/>
                <a:gd name="T14" fmla="*/ 139 w 279"/>
                <a:gd name="T15" fmla="*/ 252 h 280"/>
                <a:gd name="T16" fmla="*/ 251 w 279"/>
                <a:gd name="T17" fmla="*/ 140 h 280"/>
                <a:gd name="T18" fmla="*/ 139 w 279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80">
                  <a:moveTo>
                    <a:pt x="139" y="280"/>
                  </a:moveTo>
                  <a:cubicBezTo>
                    <a:pt x="62" y="280"/>
                    <a:pt x="0" y="217"/>
                    <a:pt x="0" y="140"/>
                  </a:cubicBezTo>
                  <a:cubicBezTo>
                    <a:pt x="0" y="63"/>
                    <a:pt x="62" y="0"/>
                    <a:pt x="139" y="0"/>
                  </a:cubicBezTo>
                  <a:cubicBezTo>
                    <a:pt x="216" y="0"/>
                    <a:pt x="279" y="63"/>
                    <a:pt x="279" y="140"/>
                  </a:cubicBezTo>
                  <a:cubicBezTo>
                    <a:pt x="279" y="217"/>
                    <a:pt x="216" y="280"/>
                    <a:pt x="139" y="280"/>
                  </a:cubicBezTo>
                  <a:close/>
                  <a:moveTo>
                    <a:pt x="139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2"/>
                    <a:pt x="78" y="252"/>
                    <a:pt x="139" y="252"/>
                  </a:cubicBezTo>
                  <a:cubicBezTo>
                    <a:pt x="201" y="252"/>
                    <a:pt x="251" y="202"/>
                    <a:pt x="251" y="140"/>
                  </a:cubicBezTo>
                  <a:cubicBezTo>
                    <a:pt x="251" y="78"/>
                    <a:pt x="201" y="28"/>
                    <a:pt x="139" y="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13" name="Freeform 10"/>
            <p:cNvSpPr>
              <a:spLocks noEditPoints="1"/>
            </p:cNvSpPr>
            <p:nvPr/>
          </p:nvSpPr>
          <p:spPr bwMode="auto">
            <a:xfrm>
              <a:off x="3398432" y="3969981"/>
              <a:ext cx="625246" cy="626611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9" y="28"/>
                    <a:pt x="28" y="78"/>
                    <a:pt x="28" y="140"/>
                  </a:cubicBezTo>
                  <a:cubicBezTo>
                    <a:pt x="28" y="201"/>
                    <a:pt x="79" y="252"/>
                    <a:pt x="140" y="252"/>
                  </a:cubicBezTo>
                  <a:cubicBezTo>
                    <a:pt x="202" y="252"/>
                    <a:pt x="252" y="201"/>
                    <a:pt x="252" y="140"/>
                  </a:cubicBezTo>
                  <a:cubicBezTo>
                    <a:pt x="252" y="78"/>
                    <a:pt x="202" y="28"/>
                    <a:pt x="140" y="2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39" name="Freeform 36"/>
            <p:cNvSpPr>
              <a:spLocks/>
            </p:cNvSpPr>
            <p:nvPr/>
          </p:nvSpPr>
          <p:spPr bwMode="auto">
            <a:xfrm>
              <a:off x="3859858" y="4425947"/>
              <a:ext cx="203410" cy="214331"/>
            </a:xfrm>
            <a:custGeom>
              <a:avLst/>
              <a:gdLst>
                <a:gd name="T0" fmla="*/ 0 w 91"/>
                <a:gd name="T1" fmla="*/ 56 h 96"/>
                <a:gd name="T2" fmla="*/ 72 w 91"/>
                <a:gd name="T3" fmla="*/ 93 h 96"/>
                <a:gd name="T4" fmla="*/ 87 w 91"/>
                <a:gd name="T5" fmla="*/ 91 h 96"/>
                <a:gd name="T6" fmla="*/ 89 w 91"/>
                <a:gd name="T7" fmla="*/ 77 h 96"/>
                <a:gd name="T8" fmla="*/ 51 w 91"/>
                <a:gd name="T9" fmla="*/ 0 h 96"/>
                <a:gd name="T10" fmla="*/ 0 w 91"/>
                <a:gd name="T11" fmla="*/ 5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96">
                  <a:moveTo>
                    <a:pt x="0" y="56"/>
                  </a:moveTo>
                  <a:cubicBezTo>
                    <a:pt x="72" y="93"/>
                    <a:pt x="72" y="93"/>
                    <a:pt x="72" y="93"/>
                  </a:cubicBezTo>
                  <a:cubicBezTo>
                    <a:pt x="77" y="96"/>
                    <a:pt x="83" y="95"/>
                    <a:pt x="87" y="91"/>
                  </a:cubicBezTo>
                  <a:cubicBezTo>
                    <a:pt x="90" y="88"/>
                    <a:pt x="91" y="82"/>
                    <a:pt x="89" y="77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0" y="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3119938" y="5545383"/>
              <a:ext cx="622516" cy="625246"/>
            </a:xfrm>
            <a:custGeom>
              <a:avLst/>
              <a:gdLst>
                <a:gd name="T0" fmla="*/ 139 w 279"/>
                <a:gd name="T1" fmla="*/ 280 h 280"/>
                <a:gd name="T2" fmla="*/ 0 w 279"/>
                <a:gd name="T3" fmla="*/ 140 h 280"/>
                <a:gd name="T4" fmla="*/ 139 w 279"/>
                <a:gd name="T5" fmla="*/ 0 h 280"/>
                <a:gd name="T6" fmla="*/ 279 w 279"/>
                <a:gd name="T7" fmla="*/ 140 h 280"/>
                <a:gd name="T8" fmla="*/ 139 w 279"/>
                <a:gd name="T9" fmla="*/ 280 h 280"/>
                <a:gd name="T10" fmla="*/ 139 w 279"/>
                <a:gd name="T11" fmla="*/ 28 h 280"/>
                <a:gd name="T12" fmla="*/ 28 w 279"/>
                <a:gd name="T13" fmla="*/ 140 h 280"/>
                <a:gd name="T14" fmla="*/ 139 w 279"/>
                <a:gd name="T15" fmla="*/ 252 h 280"/>
                <a:gd name="T16" fmla="*/ 251 w 279"/>
                <a:gd name="T17" fmla="*/ 140 h 280"/>
                <a:gd name="T18" fmla="*/ 139 w 279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80">
                  <a:moveTo>
                    <a:pt x="139" y="280"/>
                  </a:moveTo>
                  <a:cubicBezTo>
                    <a:pt x="62" y="280"/>
                    <a:pt x="0" y="217"/>
                    <a:pt x="0" y="140"/>
                  </a:cubicBezTo>
                  <a:cubicBezTo>
                    <a:pt x="0" y="63"/>
                    <a:pt x="62" y="0"/>
                    <a:pt x="139" y="0"/>
                  </a:cubicBezTo>
                  <a:cubicBezTo>
                    <a:pt x="217" y="0"/>
                    <a:pt x="279" y="63"/>
                    <a:pt x="279" y="140"/>
                  </a:cubicBezTo>
                  <a:cubicBezTo>
                    <a:pt x="279" y="217"/>
                    <a:pt x="217" y="280"/>
                    <a:pt x="139" y="280"/>
                  </a:cubicBezTo>
                  <a:close/>
                  <a:moveTo>
                    <a:pt x="139" y="28"/>
                  </a:moveTo>
                  <a:cubicBezTo>
                    <a:pt x="78" y="28"/>
                    <a:pt x="28" y="79"/>
                    <a:pt x="28" y="140"/>
                  </a:cubicBezTo>
                  <a:cubicBezTo>
                    <a:pt x="28" y="202"/>
                    <a:pt x="78" y="252"/>
                    <a:pt x="139" y="252"/>
                  </a:cubicBezTo>
                  <a:cubicBezTo>
                    <a:pt x="201" y="252"/>
                    <a:pt x="251" y="202"/>
                    <a:pt x="251" y="140"/>
                  </a:cubicBezTo>
                  <a:cubicBezTo>
                    <a:pt x="251" y="79"/>
                    <a:pt x="201" y="28"/>
                    <a:pt x="139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41" name="Freeform 38"/>
            <p:cNvSpPr>
              <a:spLocks/>
            </p:cNvSpPr>
            <p:nvPr/>
          </p:nvSpPr>
          <p:spPr bwMode="auto">
            <a:xfrm>
              <a:off x="3683751" y="5690090"/>
              <a:ext cx="218427" cy="161090"/>
            </a:xfrm>
            <a:custGeom>
              <a:avLst/>
              <a:gdLst>
                <a:gd name="T0" fmla="*/ 22 w 98"/>
                <a:gd name="T1" fmla="*/ 72 h 72"/>
                <a:gd name="T2" fmla="*/ 91 w 98"/>
                <a:gd name="T3" fmla="*/ 29 h 72"/>
                <a:gd name="T4" fmla="*/ 97 w 98"/>
                <a:gd name="T5" fmla="*/ 16 h 72"/>
                <a:gd name="T6" fmla="*/ 86 w 98"/>
                <a:gd name="T7" fmla="*/ 6 h 72"/>
                <a:gd name="T8" fmla="*/ 0 w 98"/>
                <a:gd name="T9" fmla="*/ 0 h 72"/>
                <a:gd name="T10" fmla="*/ 22 w 98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72">
                  <a:moveTo>
                    <a:pt x="22" y="72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6"/>
                    <a:pt x="98" y="21"/>
                    <a:pt x="97" y="16"/>
                  </a:cubicBezTo>
                  <a:cubicBezTo>
                    <a:pt x="96" y="10"/>
                    <a:pt x="91" y="7"/>
                    <a:pt x="86" y="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2" y="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11" name="Freeform 8"/>
            <p:cNvSpPr>
              <a:spLocks noEditPoints="1"/>
            </p:cNvSpPr>
            <p:nvPr/>
          </p:nvSpPr>
          <p:spPr bwMode="auto">
            <a:xfrm>
              <a:off x="2990247" y="4737204"/>
              <a:ext cx="625246" cy="625246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9" y="28"/>
                    <a:pt x="28" y="78"/>
                    <a:pt x="28" y="140"/>
                  </a:cubicBezTo>
                  <a:cubicBezTo>
                    <a:pt x="28" y="202"/>
                    <a:pt x="79" y="252"/>
                    <a:pt x="140" y="252"/>
                  </a:cubicBezTo>
                  <a:cubicBezTo>
                    <a:pt x="202" y="252"/>
                    <a:pt x="252" y="202"/>
                    <a:pt x="252" y="140"/>
                  </a:cubicBezTo>
                  <a:cubicBezTo>
                    <a:pt x="252" y="78"/>
                    <a:pt x="202" y="28"/>
                    <a:pt x="14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42" name="Freeform 39"/>
            <p:cNvSpPr>
              <a:spLocks/>
            </p:cNvSpPr>
            <p:nvPr/>
          </p:nvSpPr>
          <p:spPr bwMode="auto">
            <a:xfrm>
              <a:off x="3567712" y="4982934"/>
              <a:ext cx="255286" cy="207505"/>
            </a:xfrm>
            <a:custGeom>
              <a:avLst/>
              <a:gdLst>
                <a:gd name="T0" fmla="*/ 0 w 114"/>
                <a:gd name="T1" fmla="*/ 93 h 93"/>
                <a:gd name="T2" fmla="*/ 100 w 114"/>
                <a:gd name="T3" fmla="*/ 76 h 93"/>
                <a:gd name="T4" fmla="*/ 113 w 114"/>
                <a:gd name="T5" fmla="*/ 63 h 93"/>
                <a:gd name="T6" fmla="*/ 105 w 114"/>
                <a:gd name="T7" fmla="*/ 46 h 93"/>
                <a:gd name="T8" fmla="*/ 9 w 114"/>
                <a:gd name="T9" fmla="*/ 0 h 93"/>
                <a:gd name="T10" fmla="*/ 0 w 114"/>
                <a:gd name="T11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93">
                  <a:moveTo>
                    <a:pt x="0" y="93"/>
                  </a:moveTo>
                  <a:cubicBezTo>
                    <a:pt x="100" y="76"/>
                    <a:pt x="100" y="76"/>
                    <a:pt x="100" y="76"/>
                  </a:cubicBezTo>
                  <a:cubicBezTo>
                    <a:pt x="107" y="75"/>
                    <a:pt x="112" y="69"/>
                    <a:pt x="113" y="63"/>
                  </a:cubicBezTo>
                  <a:cubicBezTo>
                    <a:pt x="114" y="56"/>
                    <a:pt x="111" y="49"/>
                    <a:pt x="105" y="46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0" y="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21" name="Freeform 18"/>
            <p:cNvSpPr>
              <a:spLocks noEditPoints="1"/>
            </p:cNvSpPr>
            <p:nvPr/>
          </p:nvSpPr>
          <p:spPr bwMode="auto">
            <a:xfrm>
              <a:off x="7709626" y="3810257"/>
              <a:ext cx="622516" cy="625246"/>
            </a:xfrm>
            <a:custGeom>
              <a:avLst/>
              <a:gdLst>
                <a:gd name="T0" fmla="*/ 140 w 279"/>
                <a:gd name="T1" fmla="*/ 280 h 280"/>
                <a:gd name="T2" fmla="*/ 0 w 279"/>
                <a:gd name="T3" fmla="*/ 140 h 280"/>
                <a:gd name="T4" fmla="*/ 140 w 279"/>
                <a:gd name="T5" fmla="*/ 0 h 280"/>
                <a:gd name="T6" fmla="*/ 279 w 279"/>
                <a:gd name="T7" fmla="*/ 140 h 280"/>
                <a:gd name="T8" fmla="*/ 140 w 279"/>
                <a:gd name="T9" fmla="*/ 280 h 280"/>
                <a:gd name="T10" fmla="*/ 140 w 279"/>
                <a:gd name="T11" fmla="*/ 28 h 280"/>
                <a:gd name="T12" fmla="*/ 28 w 279"/>
                <a:gd name="T13" fmla="*/ 140 h 280"/>
                <a:gd name="T14" fmla="*/ 140 w 279"/>
                <a:gd name="T15" fmla="*/ 252 h 280"/>
                <a:gd name="T16" fmla="*/ 251 w 279"/>
                <a:gd name="T17" fmla="*/ 140 h 280"/>
                <a:gd name="T18" fmla="*/ 140 w 279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79" y="63"/>
                    <a:pt x="279" y="140"/>
                  </a:cubicBezTo>
                  <a:cubicBezTo>
                    <a:pt x="279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2"/>
                    <a:pt x="78" y="252"/>
                    <a:pt x="140" y="252"/>
                  </a:cubicBezTo>
                  <a:cubicBezTo>
                    <a:pt x="201" y="252"/>
                    <a:pt x="251" y="202"/>
                    <a:pt x="251" y="140"/>
                  </a:cubicBezTo>
                  <a:cubicBezTo>
                    <a:pt x="251" y="78"/>
                    <a:pt x="201" y="28"/>
                    <a:pt x="14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43" name="Freeform 40"/>
            <p:cNvSpPr>
              <a:spLocks/>
            </p:cNvSpPr>
            <p:nvPr/>
          </p:nvSpPr>
          <p:spPr bwMode="auto">
            <a:xfrm>
              <a:off x="7716452" y="4292160"/>
              <a:ext cx="173376" cy="174741"/>
            </a:xfrm>
            <a:custGeom>
              <a:avLst/>
              <a:gdLst>
                <a:gd name="T0" fmla="*/ 28 w 78"/>
                <a:gd name="T1" fmla="*/ 0 h 78"/>
                <a:gd name="T2" fmla="*/ 2 w 78"/>
                <a:gd name="T3" fmla="*/ 63 h 78"/>
                <a:gd name="T4" fmla="*/ 5 w 78"/>
                <a:gd name="T5" fmla="*/ 75 h 78"/>
                <a:gd name="T6" fmla="*/ 17 w 78"/>
                <a:gd name="T7" fmla="*/ 76 h 78"/>
                <a:gd name="T8" fmla="*/ 78 w 78"/>
                <a:gd name="T9" fmla="*/ 38 h 78"/>
                <a:gd name="T10" fmla="*/ 28 w 78"/>
                <a:gd name="T1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" h="78">
                  <a:moveTo>
                    <a:pt x="28" y="0"/>
                  </a:moveTo>
                  <a:cubicBezTo>
                    <a:pt x="2" y="63"/>
                    <a:pt x="2" y="63"/>
                    <a:pt x="2" y="63"/>
                  </a:cubicBezTo>
                  <a:cubicBezTo>
                    <a:pt x="0" y="67"/>
                    <a:pt x="1" y="72"/>
                    <a:pt x="5" y="75"/>
                  </a:cubicBezTo>
                  <a:cubicBezTo>
                    <a:pt x="8" y="78"/>
                    <a:pt x="13" y="78"/>
                    <a:pt x="17" y="76"/>
                  </a:cubicBezTo>
                  <a:cubicBezTo>
                    <a:pt x="78" y="38"/>
                    <a:pt x="78" y="38"/>
                    <a:pt x="78" y="38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4403194" y="4087385"/>
              <a:ext cx="2335799" cy="1829323"/>
              <a:chOff x="4403194" y="3924555"/>
              <a:chExt cx="2335799" cy="1829323"/>
            </a:xfrm>
          </p:grpSpPr>
          <p:sp>
            <p:nvSpPr>
              <p:cNvPr id="45" name="Freeform 42"/>
              <p:cNvSpPr>
                <a:spLocks/>
              </p:cNvSpPr>
              <p:nvPr/>
            </p:nvSpPr>
            <p:spPr bwMode="auto">
              <a:xfrm>
                <a:off x="5417512" y="5228289"/>
                <a:ext cx="305797" cy="428662"/>
              </a:xfrm>
              <a:custGeom>
                <a:avLst/>
                <a:gdLst>
                  <a:gd name="T0" fmla="*/ 0 w 137"/>
                  <a:gd name="T1" fmla="*/ 0 h 192"/>
                  <a:gd name="T2" fmla="*/ 0 w 137"/>
                  <a:gd name="T3" fmla="*/ 174 h 192"/>
                  <a:gd name="T4" fmla="*/ 69 w 137"/>
                  <a:gd name="T5" fmla="*/ 192 h 192"/>
                  <a:gd name="T6" fmla="*/ 137 w 137"/>
                  <a:gd name="T7" fmla="*/ 174 h 192"/>
                  <a:gd name="T8" fmla="*/ 137 w 137"/>
                  <a:gd name="T9" fmla="*/ 0 h 192"/>
                  <a:gd name="T10" fmla="*/ 0 w 137"/>
                  <a:gd name="T11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" h="192">
                    <a:moveTo>
                      <a:pt x="0" y="0"/>
                    </a:moveTo>
                    <a:cubicBezTo>
                      <a:pt x="0" y="174"/>
                      <a:pt x="0" y="174"/>
                      <a:pt x="0" y="174"/>
                    </a:cubicBezTo>
                    <a:cubicBezTo>
                      <a:pt x="0" y="184"/>
                      <a:pt x="31" y="192"/>
                      <a:pt x="69" y="192"/>
                    </a:cubicBezTo>
                    <a:cubicBezTo>
                      <a:pt x="106" y="192"/>
                      <a:pt x="137" y="184"/>
                      <a:pt x="137" y="174"/>
                    </a:cubicBezTo>
                    <a:cubicBezTo>
                      <a:pt x="137" y="0"/>
                      <a:pt x="137" y="0"/>
                      <a:pt x="13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46" name="Rectangle 43"/>
              <p:cNvSpPr>
                <a:spLocks noChangeArrowheads="1"/>
              </p:cNvSpPr>
              <p:nvPr/>
            </p:nvSpPr>
            <p:spPr bwMode="auto">
              <a:xfrm>
                <a:off x="5417512" y="5228289"/>
                <a:ext cx="305797" cy="147438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Freeform 44"/>
              <p:cNvSpPr>
                <a:spLocks/>
              </p:cNvSpPr>
              <p:nvPr/>
            </p:nvSpPr>
            <p:spPr bwMode="auto">
              <a:xfrm>
                <a:off x="4403194" y="3924555"/>
                <a:ext cx="2335799" cy="1356975"/>
              </a:xfrm>
              <a:custGeom>
                <a:avLst/>
                <a:gdLst>
                  <a:gd name="T0" fmla="*/ 1047 w 1047"/>
                  <a:gd name="T1" fmla="*/ 586 h 608"/>
                  <a:gd name="T2" fmla="*/ 1025 w 1047"/>
                  <a:gd name="T3" fmla="*/ 608 h 608"/>
                  <a:gd name="T4" fmla="*/ 22 w 1047"/>
                  <a:gd name="T5" fmla="*/ 608 h 608"/>
                  <a:gd name="T6" fmla="*/ 0 w 1047"/>
                  <a:gd name="T7" fmla="*/ 586 h 608"/>
                  <a:gd name="T8" fmla="*/ 0 w 1047"/>
                  <a:gd name="T9" fmla="*/ 22 h 608"/>
                  <a:gd name="T10" fmla="*/ 22 w 1047"/>
                  <a:gd name="T11" fmla="*/ 0 h 608"/>
                  <a:gd name="T12" fmla="*/ 1025 w 1047"/>
                  <a:gd name="T13" fmla="*/ 0 h 608"/>
                  <a:gd name="T14" fmla="*/ 1047 w 1047"/>
                  <a:gd name="T15" fmla="*/ 22 h 608"/>
                  <a:gd name="T16" fmla="*/ 1047 w 1047"/>
                  <a:gd name="T17" fmla="*/ 586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47" h="608">
                    <a:moveTo>
                      <a:pt x="1047" y="586"/>
                    </a:moveTo>
                    <a:cubicBezTo>
                      <a:pt x="1047" y="598"/>
                      <a:pt x="1037" y="608"/>
                      <a:pt x="1025" y="608"/>
                    </a:cubicBezTo>
                    <a:cubicBezTo>
                      <a:pt x="22" y="608"/>
                      <a:pt x="22" y="608"/>
                      <a:pt x="22" y="608"/>
                    </a:cubicBezTo>
                    <a:cubicBezTo>
                      <a:pt x="10" y="608"/>
                      <a:pt x="0" y="598"/>
                      <a:pt x="0" y="58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10" y="0"/>
                      <a:pt x="22" y="0"/>
                    </a:cubicBezTo>
                    <a:cubicBezTo>
                      <a:pt x="1025" y="0"/>
                      <a:pt x="1025" y="0"/>
                      <a:pt x="1025" y="0"/>
                    </a:cubicBezTo>
                    <a:cubicBezTo>
                      <a:pt x="1037" y="0"/>
                      <a:pt x="1047" y="10"/>
                      <a:pt x="1047" y="22"/>
                    </a:cubicBezTo>
                    <a:lnTo>
                      <a:pt x="1047" y="586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Rectangle 46"/>
              <p:cNvSpPr>
                <a:spLocks noChangeArrowheads="1"/>
              </p:cNvSpPr>
              <p:nvPr/>
            </p:nvSpPr>
            <p:spPr bwMode="auto">
              <a:xfrm>
                <a:off x="4538345" y="4020117"/>
                <a:ext cx="2066862" cy="116585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1" name="Freeform 48"/>
              <p:cNvSpPr>
                <a:spLocks/>
              </p:cNvSpPr>
              <p:nvPr/>
            </p:nvSpPr>
            <p:spPr bwMode="auto">
              <a:xfrm>
                <a:off x="5223659" y="5572311"/>
                <a:ext cx="703061" cy="181567"/>
              </a:xfrm>
              <a:custGeom>
                <a:avLst/>
                <a:gdLst>
                  <a:gd name="T0" fmla="*/ 315 w 315"/>
                  <a:gd name="T1" fmla="*/ 81 h 81"/>
                  <a:gd name="T2" fmla="*/ 0 w 315"/>
                  <a:gd name="T3" fmla="*/ 81 h 81"/>
                  <a:gd name="T4" fmla="*/ 80 w 315"/>
                  <a:gd name="T5" fmla="*/ 0 h 81"/>
                  <a:gd name="T6" fmla="*/ 235 w 315"/>
                  <a:gd name="T7" fmla="*/ 0 h 81"/>
                  <a:gd name="T8" fmla="*/ 315 w 315"/>
                  <a:gd name="T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81">
                    <a:moveTo>
                      <a:pt x="315" y="81"/>
                    </a:moveTo>
                    <a:cubicBezTo>
                      <a:pt x="0" y="81"/>
                      <a:pt x="0" y="81"/>
                      <a:pt x="0" y="81"/>
                    </a:cubicBezTo>
                    <a:cubicBezTo>
                      <a:pt x="0" y="36"/>
                      <a:pt x="36" y="0"/>
                      <a:pt x="80" y="0"/>
                    </a:cubicBezTo>
                    <a:cubicBezTo>
                      <a:pt x="235" y="0"/>
                      <a:pt x="235" y="0"/>
                      <a:pt x="235" y="0"/>
                    </a:cubicBezTo>
                    <a:cubicBezTo>
                      <a:pt x="279" y="0"/>
                      <a:pt x="315" y="36"/>
                      <a:pt x="315" y="8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Rectangle 50"/>
              <p:cNvSpPr>
                <a:spLocks noChangeArrowheads="1"/>
              </p:cNvSpPr>
              <p:nvPr/>
            </p:nvSpPr>
            <p:spPr bwMode="auto">
              <a:xfrm>
                <a:off x="4633907" y="4687683"/>
                <a:ext cx="462791" cy="20067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4" name="Rectangle 51"/>
              <p:cNvSpPr>
                <a:spLocks noChangeArrowheads="1"/>
              </p:cNvSpPr>
              <p:nvPr/>
            </p:nvSpPr>
            <p:spPr bwMode="auto">
              <a:xfrm>
                <a:off x="4633907" y="4962082"/>
                <a:ext cx="835482" cy="103753"/>
              </a:xfrm>
              <a:prstGeom prst="rect">
                <a:avLst/>
              </a:prstGeom>
              <a:solidFill>
                <a:srgbClr val="E78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5" name="Rectangle 52"/>
              <p:cNvSpPr>
                <a:spLocks noChangeArrowheads="1"/>
              </p:cNvSpPr>
              <p:nvPr/>
            </p:nvSpPr>
            <p:spPr bwMode="auto">
              <a:xfrm>
                <a:off x="5649591" y="4962082"/>
                <a:ext cx="834117" cy="1037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6" name="Rectangle 53"/>
              <p:cNvSpPr>
                <a:spLocks noChangeArrowheads="1"/>
              </p:cNvSpPr>
              <p:nvPr/>
            </p:nvSpPr>
            <p:spPr bwMode="auto">
              <a:xfrm>
                <a:off x="4633907" y="4121139"/>
                <a:ext cx="1879834" cy="7508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7" name="Rectangle 54"/>
              <p:cNvSpPr>
                <a:spLocks noChangeArrowheads="1"/>
              </p:cNvSpPr>
              <p:nvPr/>
            </p:nvSpPr>
            <p:spPr bwMode="auto">
              <a:xfrm>
                <a:off x="4633907" y="4305437"/>
                <a:ext cx="460061" cy="27985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8" name="Rectangle 55"/>
              <p:cNvSpPr>
                <a:spLocks noChangeArrowheads="1"/>
              </p:cNvSpPr>
              <p:nvPr/>
            </p:nvSpPr>
            <p:spPr bwMode="auto">
              <a:xfrm>
                <a:off x="5203181" y="4305437"/>
                <a:ext cx="267573" cy="58565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9" name="Rectangle 56"/>
              <p:cNvSpPr>
                <a:spLocks noChangeArrowheads="1"/>
              </p:cNvSpPr>
              <p:nvPr/>
            </p:nvSpPr>
            <p:spPr bwMode="auto">
              <a:xfrm>
                <a:off x="5683720" y="4312263"/>
                <a:ext cx="331735" cy="58156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60" name="Rectangle 57"/>
              <p:cNvSpPr>
                <a:spLocks noChangeArrowheads="1"/>
              </p:cNvSpPr>
              <p:nvPr/>
            </p:nvSpPr>
            <p:spPr bwMode="auto">
              <a:xfrm>
                <a:off x="6142416" y="4308167"/>
                <a:ext cx="333101" cy="58019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62" name="Freeform 59"/>
            <p:cNvSpPr>
              <a:spLocks noEditPoints="1"/>
            </p:cNvSpPr>
            <p:nvPr/>
          </p:nvSpPr>
          <p:spPr bwMode="auto">
            <a:xfrm>
              <a:off x="6939673" y="3785684"/>
              <a:ext cx="622516" cy="622516"/>
            </a:xfrm>
            <a:custGeom>
              <a:avLst/>
              <a:gdLst>
                <a:gd name="T0" fmla="*/ 139 w 279"/>
                <a:gd name="T1" fmla="*/ 279 h 279"/>
                <a:gd name="T2" fmla="*/ 0 w 279"/>
                <a:gd name="T3" fmla="*/ 139 h 279"/>
                <a:gd name="T4" fmla="*/ 139 w 279"/>
                <a:gd name="T5" fmla="*/ 0 h 279"/>
                <a:gd name="T6" fmla="*/ 279 w 279"/>
                <a:gd name="T7" fmla="*/ 139 h 279"/>
                <a:gd name="T8" fmla="*/ 139 w 279"/>
                <a:gd name="T9" fmla="*/ 279 h 279"/>
                <a:gd name="T10" fmla="*/ 139 w 279"/>
                <a:gd name="T11" fmla="*/ 28 h 279"/>
                <a:gd name="T12" fmla="*/ 28 w 279"/>
                <a:gd name="T13" fmla="*/ 139 h 279"/>
                <a:gd name="T14" fmla="*/ 139 w 279"/>
                <a:gd name="T15" fmla="*/ 251 h 279"/>
                <a:gd name="T16" fmla="*/ 251 w 279"/>
                <a:gd name="T17" fmla="*/ 139 h 279"/>
                <a:gd name="T18" fmla="*/ 139 w 279"/>
                <a:gd name="T19" fmla="*/ 28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79">
                  <a:moveTo>
                    <a:pt x="139" y="279"/>
                  </a:moveTo>
                  <a:cubicBezTo>
                    <a:pt x="62" y="279"/>
                    <a:pt x="0" y="217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217" y="0"/>
                    <a:pt x="279" y="62"/>
                    <a:pt x="279" y="139"/>
                  </a:cubicBezTo>
                  <a:cubicBezTo>
                    <a:pt x="279" y="217"/>
                    <a:pt x="217" y="279"/>
                    <a:pt x="139" y="279"/>
                  </a:cubicBezTo>
                  <a:close/>
                  <a:moveTo>
                    <a:pt x="139" y="28"/>
                  </a:moveTo>
                  <a:cubicBezTo>
                    <a:pt x="78" y="28"/>
                    <a:pt x="28" y="78"/>
                    <a:pt x="28" y="139"/>
                  </a:cubicBezTo>
                  <a:cubicBezTo>
                    <a:pt x="28" y="201"/>
                    <a:pt x="78" y="251"/>
                    <a:pt x="139" y="251"/>
                  </a:cubicBezTo>
                  <a:cubicBezTo>
                    <a:pt x="201" y="251"/>
                    <a:pt x="251" y="201"/>
                    <a:pt x="251" y="139"/>
                  </a:cubicBezTo>
                  <a:cubicBezTo>
                    <a:pt x="251" y="78"/>
                    <a:pt x="201" y="28"/>
                    <a:pt x="139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63" name="Freeform 60"/>
            <p:cNvSpPr>
              <a:spLocks/>
            </p:cNvSpPr>
            <p:nvPr/>
          </p:nvSpPr>
          <p:spPr bwMode="auto">
            <a:xfrm>
              <a:off x="6879605" y="4210250"/>
              <a:ext cx="191123" cy="182932"/>
            </a:xfrm>
            <a:custGeom>
              <a:avLst/>
              <a:gdLst>
                <a:gd name="T0" fmla="*/ 86 w 86"/>
                <a:gd name="T1" fmla="*/ 57 h 82"/>
                <a:gd name="T2" fmla="*/ 16 w 86"/>
                <a:gd name="T3" fmla="*/ 81 h 82"/>
                <a:gd name="T4" fmla="*/ 3 w 86"/>
                <a:gd name="T5" fmla="*/ 77 h 82"/>
                <a:gd name="T6" fmla="*/ 3 w 86"/>
                <a:gd name="T7" fmla="*/ 64 h 82"/>
                <a:gd name="T8" fmla="*/ 48 w 86"/>
                <a:gd name="T9" fmla="*/ 0 h 82"/>
                <a:gd name="T10" fmla="*/ 86 w 86"/>
                <a:gd name="T11" fmla="*/ 5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" h="82">
                  <a:moveTo>
                    <a:pt x="86" y="57"/>
                  </a:moveTo>
                  <a:cubicBezTo>
                    <a:pt x="16" y="81"/>
                    <a:pt x="16" y="81"/>
                    <a:pt x="16" y="81"/>
                  </a:cubicBezTo>
                  <a:cubicBezTo>
                    <a:pt x="11" y="82"/>
                    <a:pt x="6" y="81"/>
                    <a:pt x="3" y="77"/>
                  </a:cubicBezTo>
                  <a:cubicBezTo>
                    <a:pt x="0" y="73"/>
                    <a:pt x="0" y="68"/>
                    <a:pt x="3" y="64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86" y="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19" name="Freeform 16"/>
            <p:cNvSpPr>
              <a:spLocks noEditPoints="1"/>
            </p:cNvSpPr>
            <p:nvPr/>
          </p:nvSpPr>
          <p:spPr bwMode="auto">
            <a:xfrm>
              <a:off x="6289854" y="3242347"/>
              <a:ext cx="625246" cy="625246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2"/>
                    <a:pt x="78" y="252"/>
                    <a:pt x="140" y="252"/>
                  </a:cubicBezTo>
                  <a:cubicBezTo>
                    <a:pt x="202" y="252"/>
                    <a:pt x="252" y="202"/>
                    <a:pt x="252" y="140"/>
                  </a:cubicBezTo>
                  <a:cubicBezTo>
                    <a:pt x="252" y="78"/>
                    <a:pt x="202" y="28"/>
                    <a:pt x="140" y="2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66" name="Freeform 63"/>
            <p:cNvSpPr>
              <a:spLocks/>
            </p:cNvSpPr>
            <p:nvPr/>
          </p:nvSpPr>
          <p:spPr bwMode="auto">
            <a:xfrm>
              <a:off x="6240708" y="3711965"/>
              <a:ext cx="221157" cy="211601"/>
            </a:xfrm>
            <a:custGeom>
              <a:avLst/>
              <a:gdLst>
                <a:gd name="T0" fmla="*/ 41 w 99"/>
                <a:gd name="T1" fmla="*/ 0 h 95"/>
                <a:gd name="T2" fmla="*/ 2 w 99"/>
                <a:gd name="T3" fmla="*/ 75 h 95"/>
                <a:gd name="T4" fmla="*/ 5 w 99"/>
                <a:gd name="T5" fmla="*/ 90 h 95"/>
                <a:gd name="T6" fmla="*/ 20 w 99"/>
                <a:gd name="T7" fmla="*/ 93 h 95"/>
                <a:gd name="T8" fmla="*/ 99 w 99"/>
                <a:gd name="T9" fmla="*/ 52 h 95"/>
                <a:gd name="T10" fmla="*/ 41 w 99"/>
                <a:gd name="T11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95">
                  <a:moveTo>
                    <a:pt x="41" y="0"/>
                  </a:moveTo>
                  <a:cubicBezTo>
                    <a:pt x="2" y="75"/>
                    <a:pt x="2" y="75"/>
                    <a:pt x="2" y="75"/>
                  </a:cubicBezTo>
                  <a:cubicBezTo>
                    <a:pt x="0" y="80"/>
                    <a:pt x="1" y="86"/>
                    <a:pt x="5" y="90"/>
                  </a:cubicBezTo>
                  <a:cubicBezTo>
                    <a:pt x="9" y="94"/>
                    <a:pt x="15" y="95"/>
                    <a:pt x="20" y="93"/>
                  </a:cubicBezTo>
                  <a:cubicBezTo>
                    <a:pt x="99" y="52"/>
                    <a:pt x="99" y="52"/>
                    <a:pt x="99" y="52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23" name="Freeform 20"/>
            <p:cNvSpPr>
              <a:spLocks noEditPoints="1"/>
            </p:cNvSpPr>
            <p:nvPr/>
          </p:nvSpPr>
          <p:spPr bwMode="auto">
            <a:xfrm>
              <a:off x="8487771" y="4185677"/>
              <a:ext cx="622516" cy="622516"/>
            </a:xfrm>
            <a:custGeom>
              <a:avLst/>
              <a:gdLst>
                <a:gd name="T0" fmla="*/ 140 w 279"/>
                <a:gd name="T1" fmla="*/ 279 h 279"/>
                <a:gd name="T2" fmla="*/ 0 w 279"/>
                <a:gd name="T3" fmla="*/ 140 h 279"/>
                <a:gd name="T4" fmla="*/ 140 w 279"/>
                <a:gd name="T5" fmla="*/ 0 h 279"/>
                <a:gd name="T6" fmla="*/ 279 w 279"/>
                <a:gd name="T7" fmla="*/ 140 h 279"/>
                <a:gd name="T8" fmla="*/ 140 w 279"/>
                <a:gd name="T9" fmla="*/ 279 h 279"/>
                <a:gd name="T10" fmla="*/ 140 w 279"/>
                <a:gd name="T11" fmla="*/ 28 h 279"/>
                <a:gd name="T12" fmla="*/ 28 w 279"/>
                <a:gd name="T13" fmla="*/ 140 h 279"/>
                <a:gd name="T14" fmla="*/ 140 w 279"/>
                <a:gd name="T15" fmla="*/ 251 h 279"/>
                <a:gd name="T16" fmla="*/ 251 w 279"/>
                <a:gd name="T17" fmla="*/ 140 h 279"/>
                <a:gd name="T18" fmla="*/ 140 w 279"/>
                <a:gd name="T19" fmla="*/ 28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79">
                  <a:moveTo>
                    <a:pt x="140" y="279"/>
                  </a:moveTo>
                  <a:cubicBezTo>
                    <a:pt x="63" y="279"/>
                    <a:pt x="0" y="217"/>
                    <a:pt x="0" y="140"/>
                  </a:cubicBezTo>
                  <a:cubicBezTo>
                    <a:pt x="0" y="62"/>
                    <a:pt x="63" y="0"/>
                    <a:pt x="140" y="0"/>
                  </a:cubicBezTo>
                  <a:cubicBezTo>
                    <a:pt x="217" y="0"/>
                    <a:pt x="279" y="62"/>
                    <a:pt x="279" y="140"/>
                  </a:cubicBezTo>
                  <a:cubicBezTo>
                    <a:pt x="279" y="217"/>
                    <a:pt x="217" y="279"/>
                    <a:pt x="140" y="279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1"/>
                    <a:pt x="78" y="251"/>
                    <a:pt x="140" y="251"/>
                  </a:cubicBezTo>
                  <a:cubicBezTo>
                    <a:pt x="201" y="251"/>
                    <a:pt x="251" y="201"/>
                    <a:pt x="251" y="140"/>
                  </a:cubicBezTo>
                  <a:cubicBezTo>
                    <a:pt x="251" y="78"/>
                    <a:pt x="201" y="28"/>
                    <a:pt x="140" y="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68" name="Freeform 65"/>
            <p:cNvSpPr>
              <a:spLocks/>
            </p:cNvSpPr>
            <p:nvPr/>
          </p:nvSpPr>
          <p:spPr bwMode="auto">
            <a:xfrm>
              <a:off x="8441355" y="4643008"/>
              <a:ext cx="219792" cy="211601"/>
            </a:xfrm>
            <a:custGeom>
              <a:avLst/>
              <a:gdLst>
                <a:gd name="T0" fmla="*/ 41 w 99"/>
                <a:gd name="T1" fmla="*/ 0 h 95"/>
                <a:gd name="T2" fmla="*/ 3 w 99"/>
                <a:gd name="T3" fmla="*/ 75 h 95"/>
                <a:gd name="T4" fmla="*/ 5 w 99"/>
                <a:gd name="T5" fmla="*/ 90 h 95"/>
                <a:gd name="T6" fmla="*/ 20 w 99"/>
                <a:gd name="T7" fmla="*/ 93 h 95"/>
                <a:gd name="T8" fmla="*/ 99 w 99"/>
                <a:gd name="T9" fmla="*/ 52 h 95"/>
                <a:gd name="T10" fmla="*/ 41 w 99"/>
                <a:gd name="T11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95">
                  <a:moveTo>
                    <a:pt x="41" y="0"/>
                  </a:moveTo>
                  <a:cubicBezTo>
                    <a:pt x="3" y="75"/>
                    <a:pt x="3" y="75"/>
                    <a:pt x="3" y="75"/>
                  </a:cubicBezTo>
                  <a:cubicBezTo>
                    <a:pt x="0" y="80"/>
                    <a:pt x="1" y="86"/>
                    <a:pt x="5" y="90"/>
                  </a:cubicBezTo>
                  <a:cubicBezTo>
                    <a:pt x="9" y="94"/>
                    <a:pt x="15" y="95"/>
                    <a:pt x="20" y="93"/>
                  </a:cubicBezTo>
                  <a:cubicBezTo>
                    <a:pt x="99" y="52"/>
                    <a:pt x="99" y="52"/>
                    <a:pt x="99" y="52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25" name="Freeform 22"/>
            <p:cNvSpPr>
              <a:spLocks noEditPoints="1"/>
            </p:cNvSpPr>
            <p:nvPr/>
          </p:nvSpPr>
          <p:spPr bwMode="auto">
            <a:xfrm>
              <a:off x="8576507" y="5078496"/>
              <a:ext cx="625246" cy="625246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9"/>
                    <a:pt x="28" y="140"/>
                  </a:cubicBezTo>
                  <a:cubicBezTo>
                    <a:pt x="28" y="202"/>
                    <a:pt x="78" y="252"/>
                    <a:pt x="140" y="252"/>
                  </a:cubicBezTo>
                  <a:cubicBezTo>
                    <a:pt x="202" y="252"/>
                    <a:pt x="252" y="202"/>
                    <a:pt x="252" y="140"/>
                  </a:cubicBezTo>
                  <a:cubicBezTo>
                    <a:pt x="252" y="79"/>
                    <a:pt x="202" y="28"/>
                    <a:pt x="140" y="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69" name="Freeform 66"/>
            <p:cNvSpPr>
              <a:spLocks/>
            </p:cNvSpPr>
            <p:nvPr/>
          </p:nvSpPr>
          <p:spPr bwMode="auto">
            <a:xfrm>
              <a:off x="8414052" y="5333782"/>
              <a:ext cx="185663" cy="158359"/>
            </a:xfrm>
            <a:custGeom>
              <a:avLst/>
              <a:gdLst>
                <a:gd name="T0" fmla="*/ 83 w 83"/>
                <a:gd name="T1" fmla="*/ 0 h 71"/>
                <a:gd name="T2" fmla="*/ 9 w 83"/>
                <a:gd name="T3" fmla="*/ 20 h 71"/>
                <a:gd name="T4" fmla="*/ 0 w 83"/>
                <a:gd name="T5" fmla="*/ 31 h 71"/>
                <a:gd name="T6" fmla="*/ 7 w 83"/>
                <a:gd name="T7" fmla="*/ 42 h 71"/>
                <a:gd name="T8" fmla="*/ 83 w 83"/>
                <a:gd name="T9" fmla="*/ 71 h 71"/>
                <a:gd name="T10" fmla="*/ 83 w 83"/>
                <a:gd name="T1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71">
                  <a:moveTo>
                    <a:pt x="83" y="0"/>
                  </a:moveTo>
                  <a:cubicBezTo>
                    <a:pt x="9" y="20"/>
                    <a:pt x="9" y="20"/>
                    <a:pt x="9" y="20"/>
                  </a:cubicBezTo>
                  <a:cubicBezTo>
                    <a:pt x="4" y="21"/>
                    <a:pt x="0" y="25"/>
                    <a:pt x="0" y="31"/>
                  </a:cubicBezTo>
                  <a:cubicBezTo>
                    <a:pt x="0" y="36"/>
                    <a:pt x="3" y="40"/>
                    <a:pt x="7" y="42"/>
                  </a:cubicBezTo>
                  <a:cubicBezTo>
                    <a:pt x="83" y="71"/>
                    <a:pt x="83" y="71"/>
                    <a:pt x="83" y="71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grpSp>
          <p:nvGrpSpPr>
            <p:cNvPr id="83" name="Group 82"/>
            <p:cNvGrpSpPr/>
            <p:nvPr/>
          </p:nvGrpSpPr>
          <p:grpSpPr>
            <a:xfrm>
              <a:off x="4023678" y="4748126"/>
              <a:ext cx="813639" cy="1168582"/>
              <a:chOff x="4023678" y="4585296"/>
              <a:chExt cx="813639" cy="1168582"/>
            </a:xfrm>
          </p:grpSpPr>
          <p:sp>
            <p:nvSpPr>
              <p:cNvPr id="70" name="Freeform 67"/>
              <p:cNvSpPr>
                <a:spLocks/>
              </p:cNvSpPr>
              <p:nvPr/>
            </p:nvSpPr>
            <p:spPr bwMode="auto">
              <a:xfrm>
                <a:off x="4023678" y="4585296"/>
                <a:ext cx="813639" cy="1168582"/>
              </a:xfrm>
              <a:custGeom>
                <a:avLst/>
                <a:gdLst>
                  <a:gd name="T0" fmla="*/ 365 w 365"/>
                  <a:gd name="T1" fmla="*/ 497 h 523"/>
                  <a:gd name="T2" fmla="*/ 340 w 365"/>
                  <a:gd name="T3" fmla="*/ 523 h 523"/>
                  <a:gd name="T4" fmla="*/ 26 w 365"/>
                  <a:gd name="T5" fmla="*/ 523 h 523"/>
                  <a:gd name="T6" fmla="*/ 0 w 365"/>
                  <a:gd name="T7" fmla="*/ 497 h 523"/>
                  <a:gd name="T8" fmla="*/ 0 w 365"/>
                  <a:gd name="T9" fmla="*/ 25 h 523"/>
                  <a:gd name="T10" fmla="*/ 26 w 365"/>
                  <a:gd name="T11" fmla="*/ 0 h 523"/>
                  <a:gd name="T12" fmla="*/ 340 w 365"/>
                  <a:gd name="T13" fmla="*/ 0 h 523"/>
                  <a:gd name="T14" fmla="*/ 365 w 365"/>
                  <a:gd name="T15" fmla="*/ 25 h 523"/>
                  <a:gd name="T16" fmla="*/ 365 w 365"/>
                  <a:gd name="T17" fmla="*/ 497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5" h="523">
                    <a:moveTo>
                      <a:pt x="365" y="497"/>
                    </a:moveTo>
                    <a:cubicBezTo>
                      <a:pt x="365" y="511"/>
                      <a:pt x="354" y="523"/>
                      <a:pt x="340" y="523"/>
                    </a:cubicBezTo>
                    <a:cubicBezTo>
                      <a:pt x="26" y="523"/>
                      <a:pt x="26" y="523"/>
                      <a:pt x="26" y="523"/>
                    </a:cubicBezTo>
                    <a:cubicBezTo>
                      <a:pt x="12" y="523"/>
                      <a:pt x="0" y="511"/>
                      <a:pt x="0" y="49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11"/>
                      <a:pt x="12" y="0"/>
                      <a:pt x="26" y="0"/>
                    </a:cubicBezTo>
                    <a:cubicBezTo>
                      <a:pt x="340" y="0"/>
                      <a:pt x="340" y="0"/>
                      <a:pt x="340" y="0"/>
                    </a:cubicBezTo>
                    <a:cubicBezTo>
                      <a:pt x="354" y="0"/>
                      <a:pt x="365" y="11"/>
                      <a:pt x="365" y="25"/>
                    </a:cubicBezTo>
                    <a:lnTo>
                      <a:pt x="365" y="497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2" name="Rectangle 69"/>
              <p:cNvSpPr>
                <a:spLocks noChangeArrowheads="1"/>
              </p:cNvSpPr>
              <p:nvPr/>
            </p:nvSpPr>
            <p:spPr bwMode="auto">
              <a:xfrm>
                <a:off x="4076919" y="4683588"/>
                <a:ext cx="709886" cy="9474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4" name="Oval 71"/>
              <p:cNvSpPr>
                <a:spLocks noChangeArrowheads="1"/>
              </p:cNvSpPr>
              <p:nvPr/>
            </p:nvSpPr>
            <p:spPr bwMode="auto">
              <a:xfrm>
                <a:off x="4396368" y="5652856"/>
                <a:ext cx="70989" cy="70989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6" name="Rectangle 73"/>
              <p:cNvSpPr>
                <a:spLocks noChangeArrowheads="1"/>
              </p:cNvSpPr>
              <p:nvPr/>
            </p:nvSpPr>
            <p:spPr bwMode="auto">
              <a:xfrm>
                <a:off x="4143812" y="4757307"/>
                <a:ext cx="288050" cy="18566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7" name="Rectangle 74"/>
              <p:cNvSpPr>
                <a:spLocks noChangeArrowheads="1"/>
              </p:cNvSpPr>
              <p:nvPr/>
            </p:nvSpPr>
            <p:spPr bwMode="auto">
              <a:xfrm>
                <a:off x="4512407" y="4757307"/>
                <a:ext cx="191123" cy="44504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8" name="Rectangle 75"/>
              <p:cNvSpPr>
                <a:spLocks noChangeArrowheads="1"/>
              </p:cNvSpPr>
              <p:nvPr/>
            </p:nvSpPr>
            <p:spPr bwMode="auto">
              <a:xfrm>
                <a:off x="4197054" y="5009863"/>
                <a:ext cx="193854" cy="19385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9" name="Rectangle 76"/>
              <p:cNvSpPr>
                <a:spLocks noChangeArrowheads="1"/>
              </p:cNvSpPr>
              <p:nvPr/>
            </p:nvSpPr>
            <p:spPr bwMode="auto">
              <a:xfrm>
                <a:off x="4143812" y="5281531"/>
                <a:ext cx="559718" cy="29078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71" name="Freeform 22"/>
            <p:cNvSpPr>
              <a:spLocks noChangeArrowheads="1"/>
            </p:cNvSpPr>
            <p:nvPr/>
          </p:nvSpPr>
          <p:spPr bwMode="auto">
            <a:xfrm>
              <a:off x="3571325" y="4143557"/>
              <a:ext cx="279461" cy="279459"/>
            </a:xfrm>
            <a:custGeom>
              <a:avLst/>
              <a:gdLst>
                <a:gd name="T0" fmla="*/ 103756 w 461"/>
                <a:gd name="T1" fmla="*/ 3609 h 461"/>
                <a:gd name="T2" fmla="*/ 103756 w 461"/>
                <a:gd name="T3" fmla="*/ 3609 h 461"/>
                <a:gd name="T4" fmla="*/ 0 w 461"/>
                <a:gd name="T5" fmla="*/ 107815 h 461"/>
                <a:gd name="T6" fmla="*/ 103756 w 461"/>
                <a:gd name="T7" fmla="*/ 207511 h 461"/>
                <a:gd name="T8" fmla="*/ 207512 w 461"/>
                <a:gd name="T9" fmla="*/ 103755 h 461"/>
                <a:gd name="T10" fmla="*/ 103756 w 461"/>
                <a:gd name="T11" fmla="*/ 3609 h 461"/>
                <a:gd name="T12" fmla="*/ 103756 w 461"/>
                <a:gd name="T13" fmla="*/ 15789 h 461"/>
                <a:gd name="T14" fmla="*/ 103756 w 461"/>
                <a:gd name="T15" fmla="*/ 15789 h 461"/>
                <a:gd name="T16" fmla="*/ 143905 w 461"/>
                <a:gd name="T17" fmla="*/ 23909 h 461"/>
                <a:gd name="T18" fmla="*/ 131274 w 461"/>
                <a:gd name="T19" fmla="*/ 47818 h 461"/>
                <a:gd name="T20" fmla="*/ 103756 w 461"/>
                <a:gd name="T21" fmla="*/ 43758 h 461"/>
                <a:gd name="T22" fmla="*/ 75787 w 461"/>
                <a:gd name="T23" fmla="*/ 47818 h 461"/>
                <a:gd name="T24" fmla="*/ 63607 w 461"/>
                <a:gd name="T25" fmla="*/ 23909 h 461"/>
                <a:gd name="T26" fmla="*/ 103756 w 461"/>
                <a:gd name="T27" fmla="*/ 15789 h 461"/>
                <a:gd name="T28" fmla="*/ 47818 w 461"/>
                <a:gd name="T29" fmla="*/ 131724 h 461"/>
                <a:gd name="T30" fmla="*/ 47818 w 461"/>
                <a:gd name="T31" fmla="*/ 131724 h 461"/>
                <a:gd name="T32" fmla="*/ 23909 w 461"/>
                <a:gd name="T33" fmla="*/ 147513 h 461"/>
                <a:gd name="T34" fmla="*/ 15789 w 461"/>
                <a:gd name="T35" fmla="*/ 107815 h 461"/>
                <a:gd name="T36" fmla="*/ 23909 w 461"/>
                <a:gd name="T37" fmla="*/ 63607 h 461"/>
                <a:gd name="T38" fmla="*/ 47818 w 461"/>
                <a:gd name="T39" fmla="*/ 75335 h 461"/>
                <a:gd name="T40" fmla="*/ 39698 w 461"/>
                <a:gd name="T41" fmla="*/ 103755 h 461"/>
                <a:gd name="T42" fmla="*/ 47818 w 461"/>
                <a:gd name="T43" fmla="*/ 131724 h 461"/>
                <a:gd name="T44" fmla="*/ 103756 w 461"/>
                <a:gd name="T45" fmla="*/ 195331 h 461"/>
                <a:gd name="T46" fmla="*/ 103756 w 461"/>
                <a:gd name="T47" fmla="*/ 195331 h 461"/>
                <a:gd name="T48" fmla="*/ 63607 w 461"/>
                <a:gd name="T49" fmla="*/ 183602 h 461"/>
                <a:gd name="T50" fmla="*/ 75787 w 461"/>
                <a:gd name="T51" fmla="*/ 159693 h 461"/>
                <a:gd name="T52" fmla="*/ 103756 w 461"/>
                <a:gd name="T53" fmla="*/ 167813 h 461"/>
                <a:gd name="T54" fmla="*/ 131274 w 461"/>
                <a:gd name="T55" fmla="*/ 159693 h 461"/>
                <a:gd name="T56" fmla="*/ 143905 w 461"/>
                <a:gd name="T57" fmla="*/ 183602 h 461"/>
                <a:gd name="T58" fmla="*/ 103756 w 461"/>
                <a:gd name="T59" fmla="*/ 195331 h 461"/>
                <a:gd name="T60" fmla="*/ 103756 w 461"/>
                <a:gd name="T61" fmla="*/ 155633 h 461"/>
                <a:gd name="T62" fmla="*/ 103756 w 461"/>
                <a:gd name="T63" fmla="*/ 155633 h 461"/>
                <a:gd name="T64" fmla="*/ 55938 w 461"/>
                <a:gd name="T65" fmla="*/ 103755 h 461"/>
                <a:gd name="T66" fmla="*/ 103756 w 461"/>
                <a:gd name="T67" fmla="*/ 55487 h 461"/>
                <a:gd name="T68" fmla="*/ 151574 w 461"/>
                <a:gd name="T69" fmla="*/ 103755 h 461"/>
                <a:gd name="T70" fmla="*/ 103756 w 461"/>
                <a:gd name="T71" fmla="*/ 155633 h 461"/>
                <a:gd name="T72" fmla="*/ 159694 w 461"/>
                <a:gd name="T73" fmla="*/ 131724 h 461"/>
                <a:gd name="T74" fmla="*/ 159694 w 461"/>
                <a:gd name="T75" fmla="*/ 131724 h 461"/>
                <a:gd name="T76" fmla="*/ 167814 w 461"/>
                <a:gd name="T77" fmla="*/ 103755 h 461"/>
                <a:gd name="T78" fmla="*/ 159694 w 461"/>
                <a:gd name="T79" fmla="*/ 75335 h 461"/>
                <a:gd name="T80" fmla="*/ 183603 w 461"/>
                <a:gd name="T81" fmla="*/ 63607 h 461"/>
                <a:gd name="T82" fmla="*/ 191723 w 461"/>
                <a:gd name="T83" fmla="*/ 103755 h 461"/>
                <a:gd name="T84" fmla="*/ 183603 w 461"/>
                <a:gd name="T85" fmla="*/ 147513 h 461"/>
                <a:gd name="T86" fmla="*/ 159694 w 461"/>
                <a:gd name="T87" fmla="*/ 131724 h 46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61" h="461">
                  <a:moveTo>
                    <a:pt x="230" y="8"/>
                  </a:moveTo>
                  <a:lnTo>
                    <a:pt x="230" y="8"/>
                  </a:lnTo>
                  <a:cubicBezTo>
                    <a:pt x="97" y="8"/>
                    <a:pt x="0" y="106"/>
                    <a:pt x="0" y="239"/>
                  </a:cubicBezTo>
                  <a:cubicBezTo>
                    <a:pt x="0" y="363"/>
                    <a:pt x="106" y="460"/>
                    <a:pt x="230" y="460"/>
                  </a:cubicBezTo>
                  <a:cubicBezTo>
                    <a:pt x="363" y="460"/>
                    <a:pt x="460" y="354"/>
                    <a:pt x="460" y="230"/>
                  </a:cubicBezTo>
                  <a:cubicBezTo>
                    <a:pt x="460" y="106"/>
                    <a:pt x="354" y="0"/>
                    <a:pt x="230" y="8"/>
                  </a:cubicBezTo>
                  <a:close/>
                  <a:moveTo>
                    <a:pt x="230" y="35"/>
                  </a:moveTo>
                  <a:lnTo>
                    <a:pt x="230" y="35"/>
                  </a:lnTo>
                  <a:cubicBezTo>
                    <a:pt x="256" y="35"/>
                    <a:pt x="291" y="44"/>
                    <a:pt x="319" y="53"/>
                  </a:cubicBezTo>
                  <a:cubicBezTo>
                    <a:pt x="291" y="106"/>
                    <a:pt x="291" y="106"/>
                    <a:pt x="291" y="106"/>
                  </a:cubicBezTo>
                  <a:cubicBezTo>
                    <a:pt x="275" y="97"/>
                    <a:pt x="247" y="97"/>
                    <a:pt x="230" y="97"/>
                  </a:cubicBezTo>
                  <a:cubicBezTo>
                    <a:pt x="203" y="97"/>
                    <a:pt x="185" y="97"/>
                    <a:pt x="168" y="106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68" y="44"/>
                    <a:pt x="194" y="35"/>
                    <a:pt x="230" y="35"/>
                  </a:cubicBezTo>
                  <a:close/>
                  <a:moveTo>
                    <a:pt x="106" y="292"/>
                  </a:moveTo>
                  <a:lnTo>
                    <a:pt x="106" y="292"/>
                  </a:lnTo>
                  <a:cubicBezTo>
                    <a:pt x="53" y="327"/>
                    <a:pt x="53" y="327"/>
                    <a:pt x="53" y="327"/>
                  </a:cubicBezTo>
                  <a:cubicBezTo>
                    <a:pt x="35" y="301"/>
                    <a:pt x="35" y="265"/>
                    <a:pt x="35" y="239"/>
                  </a:cubicBezTo>
                  <a:cubicBezTo>
                    <a:pt x="26" y="204"/>
                    <a:pt x="35" y="167"/>
                    <a:pt x="53" y="141"/>
                  </a:cubicBezTo>
                  <a:cubicBezTo>
                    <a:pt x="106" y="167"/>
                    <a:pt x="106" y="167"/>
                    <a:pt x="106" y="167"/>
                  </a:cubicBezTo>
                  <a:cubicBezTo>
                    <a:pt x="97" y="185"/>
                    <a:pt x="88" y="212"/>
                    <a:pt x="88" y="230"/>
                  </a:cubicBezTo>
                  <a:cubicBezTo>
                    <a:pt x="88" y="257"/>
                    <a:pt x="97" y="274"/>
                    <a:pt x="106" y="292"/>
                  </a:cubicBezTo>
                  <a:close/>
                  <a:moveTo>
                    <a:pt x="230" y="433"/>
                  </a:moveTo>
                  <a:lnTo>
                    <a:pt x="230" y="433"/>
                  </a:lnTo>
                  <a:cubicBezTo>
                    <a:pt x="194" y="433"/>
                    <a:pt x="168" y="425"/>
                    <a:pt x="141" y="407"/>
                  </a:cubicBezTo>
                  <a:cubicBezTo>
                    <a:pt x="168" y="354"/>
                    <a:pt x="168" y="354"/>
                    <a:pt x="168" y="354"/>
                  </a:cubicBezTo>
                  <a:cubicBezTo>
                    <a:pt x="185" y="363"/>
                    <a:pt x="203" y="372"/>
                    <a:pt x="230" y="372"/>
                  </a:cubicBezTo>
                  <a:cubicBezTo>
                    <a:pt x="247" y="372"/>
                    <a:pt x="275" y="363"/>
                    <a:pt x="291" y="354"/>
                  </a:cubicBezTo>
                  <a:cubicBezTo>
                    <a:pt x="319" y="407"/>
                    <a:pt x="319" y="407"/>
                    <a:pt x="319" y="407"/>
                  </a:cubicBezTo>
                  <a:cubicBezTo>
                    <a:pt x="291" y="425"/>
                    <a:pt x="266" y="433"/>
                    <a:pt x="230" y="433"/>
                  </a:cubicBezTo>
                  <a:close/>
                  <a:moveTo>
                    <a:pt x="230" y="345"/>
                  </a:moveTo>
                  <a:lnTo>
                    <a:pt x="230" y="345"/>
                  </a:lnTo>
                  <a:cubicBezTo>
                    <a:pt x="168" y="345"/>
                    <a:pt x="124" y="292"/>
                    <a:pt x="124" y="230"/>
                  </a:cubicBezTo>
                  <a:cubicBezTo>
                    <a:pt x="124" y="167"/>
                    <a:pt x="168" y="123"/>
                    <a:pt x="230" y="123"/>
                  </a:cubicBezTo>
                  <a:cubicBezTo>
                    <a:pt x="291" y="123"/>
                    <a:pt x="336" y="167"/>
                    <a:pt x="336" y="230"/>
                  </a:cubicBezTo>
                  <a:cubicBezTo>
                    <a:pt x="336" y="292"/>
                    <a:pt x="291" y="345"/>
                    <a:pt x="230" y="345"/>
                  </a:cubicBezTo>
                  <a:close/>
                  <a:moveTo>
                    <a:pt x="354" y="292"/>
                  </a:moveTo>
                  <a:lnTo>
                    <a:pt x="354" y="292"/>
                  </a:lnTo>
                  <a:cubicBezTo>
                    <a:pt x="363" y="274"/>
                    <a:pt x="372" y="257"/>
                    <a:pt x="372" y="230"/>
                  </a:cubicBezTo>
                  <a:cubicBezTo>
                    <a:pt x="372" y="212"/>
                    <a:pt x="363" y="185"/>
                    <a:pt x="354" y="167"/>
                  </a:cubicBezTo>
                  <a:cubicBezTo>
                    <a:pt x="407" y="141"/>
                    <a:pt x="407" y="141"/>
                    <a:pt x="407" y="141"/>
                  </a:cubicBezTo>
                  <a:cubicBezTo>
                    <a:pt x="416" y="167"/>
                    <a:pt x="425" y="195"/>
                    <a:pt x="425" y="230"/>
                  </a:cubicBezTo>
                  <a:cubicBezTo>
                    <a:pt x="425" y="265"/>
                    <a:pt x="416" y="292"/>
                    <a:pt x="407" y="327"/>
                  </a:cubicBezTo>
                  <a:lnTo>
                    <a:pt x="354" y="2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73" name="Freeform 27"/>
            <p:cNvSpPr>
              <a:spLocks noChangeArrowheads="1"/>
            </p:cNvSpPr>
            <p:nvPr/>
          </p:nvSpPr>
          <p:spPr bwMode="auto">
            <a:xfrm>
              <a:off x="8736601" y="5271655"/>
              <a:ext cx="305059" cy="238928"/>
            </a:xfrm>
            <a:custGeom>
              <a:avLst/>
              <a:gdLst>
                <a:gd name="T0" fmla="*/ 194710 w 506"/>
                <a:gd name="T1" fmla="*/ 31193 h 399"/>
                <a:gd name="T2" fmla="*/ 194710 w 506"/>
                <a:gd name="T3" fmla="*/ 31193 h 399"/>
                <a:gd name="T4" fmla="*/ 75372 w 506"/>
                <a:gd name="T5" fmla="*/ 15596 h 399"/>
                <a:gd name="T6" fmla="*/ 4038 w 506"/>
                <a:gd name="T7" fmla="*/ 98481 h 399"/>
                <a:gd name="T8" fmla="*/ 87485 w 506"/>
                <a:gd name="T9" fmla="*/ 177354 h 399"/>
                <a:gd name="T10" fmla="*/ 170932 w 506"/>
                <a:gd name="T11" fmla="*/ 138140 h 399"/>
                <a:gd name="T12" fmla="*/ 162856 w 506"/>
                <a:gd name="T13" fmla="*/ 94470 h 399"/>
                <a:gd name="T14" fmla="*/ 210412 w 506"/>
                <a:gd name="T15" fmla="*/ 90460 h 399"/>
                <a:gd name="T16" fmla="*/ 194710 w 506"/>
                <a:gd name="T17" fmla="*/ 31193 h 399"/>
                <a:gd name="T18" fmla="*/ 122927 w 506"/>
                <a:gd name="T19" fmla="*/ 134130 h 399"/>
                <a:gd name="T20" fmla="*/ 122927 w 506"/>
                <a:gd name="T21" fmla="*/ 134130 h 399"/>
                <a:gd name="T22" fmla="*/ 107225 w 506"/>
                <a:gd name="T23" fmla="*/ 118088 h 399"/>
                <a:gd name="T24" fmla="*/ 122927 w 506"/>
                <a:gd name="T25" fmla="*/ 102491 h 399"/>
                <a:gd name="T26" fmla="*/ 138630 w 506"/>
                <a:gd name="T27" fmla="*/ 118088 h 399"/>
                <a:gd name="T28" fmla="*/ 122927 w 506"/>
                <a:gd name="T29" fmla="*/ 134130 h 39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06" h="399">
                  <a:moveTo>
                    <a:pt x="434" y="70"/>
                  </a:moveTo>
                  <a:lnTo>
                    <a:pt x="434" y="70"/>
                  </a:lnTo>
                  <a:cubicBezTo>
                    <a:pt x="354" y="17"/>
                    <a:pt x="265" y="0"/>
                    <a:pt x="168" y="35"/>
                  </a:cubicBezTo>
                  <a:cubicBezTo>
                    <a:pt x="89" y="53"/>
                    <a:pt x="9" y="141"/>
                    <a:pt x="9" y="221"/>
                  </a:cubicBezTo>
                  <a:cubicBezTo>
                    <a:pt x="0" y="319"/>
                    <a:pt x="71" y="398"/>
                    <a:pt x="195" y="398"/>
                  </a:cubicBezTo>
                  <a:cubicBezTo>
                    <a:pt x="337" y="398"/>
                    <a:pt x="381" y="328"/>
                    <a:pt x="381" y="310"/>
                  </a:cubicBezTo>
                  <a:cubicBezTo>
                    <a:pt x="390" y="292"/>
                    <a:pt x="328" y="248"/>
                    <a:pt x="363" y="212"/>
                  </a:cubicBezTo>
                  <a:cubicBezTo>
                    <a:pt x="408" y="168"/>
                    <a:pt x="452" y="203"/>
                    <a:pt x="469" y="203"/>
                  </a:cubicBezTo>
                  <a:cubicBezTo>
                    <a:pt x="496" y="194"/>
                    <a:pt x="505" y="124"/>
                    <a:pt x="434" y="70"/>
                  </a:cubicBezTo>
                  <a:close/>
                  <a:moveTo>
                    <a:pt x="274" y="301"/>
                  </a:moveTo>
                  <a:lnTo>
                    <a:pt x="274" y="301"/>
                  </a:lnTo>
                  <a:cubicBezTo>
                    <a:pt x="248" y="301"/>
                    <a:pt x="239" y="283"/>
                    <a:pt x="239" y="265"/>
                  </a:cubicBezTo>
                  <a:cubicBezTo>
                    <a:pt x="239" y="248"/>
                    <a:pt x="248" y="230"/>
                    <a:pt x="274" y="230"/>
                  </a:cubicBezTo>
                  <a:cubicBezTo>
                    <a:pt x="293" y="230"/>
                    <a:pt x="309" y="248"/>
                    <a:pt x="309" y="265"/>
                  </a:cubicBezTo>
                  <a:cubicBezTo>
                    <a:pt x="309" y="283"/>
                    <a:pt x="293" y="301"/>
                    <a:pt x="274" y="30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75" name="Freeform 35"/>
            <p:cNvSpPr>
              <a:spLocks noChangeArrowheads="1"/>
            </p:cNvSpPr>
            <p:nvPr/>
          </p:nvSpPr>
          <p:spPr bwMode="auto">
            <a:xfrm>
              <a:off x="8691298" y="4371072"/>
              <a:ext cx="215462" cy="251727"/>
            </a:xfrm>
            <a:custGeom>
              <a:avLst/>
              <a:gdLst>
                <a:gd name="T0" fmla="*/ 144078 w 355"/>
                <a:gd name="T1" fmla="*/ 63340 h 417"/>
                <a:gd name="T2" fmla="*/ 144078 w 355"/>
                <a:gd name="T3" fmla="*/ 63340 h 417"/>
                <a:gd name="T4" fmla="*/ 123754 w 355"/>
                <a:gd name="T5" fmla="*/ 63340 h 417"/>
                <a:gd name="T6" fmla="*/ 123754 w 355"/>
                <a:gd name="T7" fmla="*/ 47617 h 417"/>
                <a:gd name="T8" fmla="*/ 79492 w 355"/>
                <a:gd name="T9" fmla="*/ 0 h 417"/>
                <a:gd name="T10" fmla="*/ 35681 w 355"/>
                <a:gd name="T11" fmla="*/ 47617 h 417"/>
                <a:gd name="T12" fmla="*/ 35681 w 355"/>
                <a:gd name="T13" fmla="*/ 63340 h 417"/>
                <a:gd name="T14" fmla="*/ 11291 w 355"/>
                <a:gd name="T15" fmla="*/ 63340 h 417"/>
                <a:gd name="T16" fmla="*/ 0 w 355"/>
                <a:gd name="T17" fmla="*/ 79512 h 417"/>
                <a:gd name="T18" fmla="*/ 0 w 355"/>
                <a:gd name="T19" fmla="*/ 167110 h 417"/>
                <a:gd name="T20" fmla="*/ 11291 w 355"/>
                <a:gd name="T21" fmla="*/ 178790 h 417"/>
                <a:gd name="T22" fmla="*/ 23938 w 355"/>
                <a:gd name="T23" fmla="*/ 182833 h 417"/>
                <a:gd name="T24" fmla="*/ 47876 w 355"/>
                <a:gd name="T25" fmla="*/ 186876 h 417"/>
                <a:gd name="T26" fmla="*/ 111559 w 355"/>
                <a:gd name="T27" fmla="*/ 186876 h 417"/>
                <a:gd name="T28" fmla="*/ 135497 w 355"/>
                <a:gd name="T29" fmla="*/ 182833 h 417"/>
                <a:gd name="T30" fmla="*/ 147692 w 355"/>
                <a:gd name="T31" fmla="*/ 178790 h 417"/>
                <a:gd name="T32" fmla="*/ 159886 w 355"/>
                <a:gd name="T33" fmla="*/ 167110 h 417"/>
                <a:gd name="T34" fmla="*/ 159886 w 355"/>
                <a:gd name="T35" fmla="*/ 79512 h 417"/>
                <a:gd name="T36" fmla="*/ 144078 w 355"/>
                <a:gd name="T37" fmla="*/ 63340 h 417"/>
                <a:gd name="T38" fmla="*/ 55554 w 355"/>
                <a:gd name="T39" fmla="*/ 43574 h 417"/>
                <a:gd name="T40" fmla="*/ 55554 w 355"/>
                <a:gd name="T41" fmla="*/ 43574 h 417"/>
                <a:gd name="T42" fmla="*/ 79492 w 355"/>
                <a:gd name="T43" fmla="*/ 19766 h 417"/>
                <a:gd name="T44" fmla="*/ 103429 w 355"/>
                <a:gd name="T45" fmla="*/ 43574 h 417"/>
                <a:gd name="T46" fmla="*/ 103429 w 355"/>
                <a:gd name="T47" fmla="*/ 63340 h 417"/>
                <a:gd name="T48" fmla="*/ 55554 w 355"/>
                <a:gd name="T49" fmla="*/ 63340 h 417"/>
                <a:gd name="T50" fmla="*/ 55554 w 355"/>
                <a:gd name="T51" fmla="*/ 43574 h 4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55" h="417">
                  <a:moveTo>
                    <a:pt x="319" y="141"/>
                  </a:moveTo>
                  <a:lnTo>
                    <a:pt x="319" y="141"/>
                  </a:lnTo>
                  <a:cubicBezTo>
                    <a:pt x="274" y="141"/>
                    <a:pt x="274" y="141"/>
                    <a:pt x="274" y="141"/>
                  </a:cubicBezTo>
                  <a:cubicBezTo>
                    <a:pt x="274" y="106"/>
                    <a:pt x="274" y="106"/>
                    <a:pt x="274" y="106"/>
                  </a:cubicBezTo>
                  <a:cubicBezTo>
                    <a:pt x="274" y="35"/>
                    <a:pt x="238" y="0"/>
                    <a:pt x="176" y="0"/>
                  </a:cubicBezTo>
                  <a:cubicBezTo>
                    <a:pt x="106" y="0"/>
                    <a:pt x="79" y="35"/>
                    <a:pt x="79" y="106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25" y="141"/>
                    <a:pt x="25" y="141"/>
                    <a:pt x="25" y="141"/>
                  </a:cubicBezTo>
                  <a:cubicBezTo>
                    <a:pt x="17" y="141"/>
                    <a:pt x="0" y="159"/>
                    <a:pt x="0" y="177"/>
                  </a:cubicBezTo>
                  <a:cubicBezTo>
                    <a:pt x="0" y="372"/>
                    <a:pt x="0" y="372"/>
                    <a:pt x="0" y="372"/>
                  </a:cubicBezTo>
                  <a:cubicBezTo>
                    <a:pt x="0" y="381"/>
                    <a:pt x="17" y="398"/>
                    <a:pt x="25" y="398"/>
                  </a:cubicBezTo>
                  <a:cubicBezTo>
                    <a:pt x="53" y="407"/>
                    <a:pt x="53" y="407"/>
                    <a:pt x="53" y="407"/>
                  </a:cubicBezTo>
                  <a:cubicBezTo>
                    <a:pt x="70" y="416"/>
                    <a:pt x="88" y="416"/>
                    <a:pt x="106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65" y="416"/>
                    <a:pt x="283" y="416"/>
                    <a:pt x="300" y="407"/>
                  </a:cubicBezTo>
                  <a:cubicBezTo>
                    <a:pt x="327" y="398"/>
                    <a:pt x="327" y="398"/>
                    <a:pt x="327" y="398"/>
                  </a:cubicBezTo>
                  <a:cubicBezTo>
                    <a:pt x="336" y="398"/>
                    <a:pt x="354" y="381"/>
                    <a:pt x="354" y="372"/>
                  </a:cubicBezTo>
                  <a:cubicBezTo>
                    <a:pt x="354" y="177"/>
                    <a:pt x="354" y="177"/>
                    <a:pt x="354" y="177"/>
                  </a:cubicBezTo>
                  <a:cubicBezTo>
                    <a:pt x="354" y="159"/>
                    <a:pt x="336" y="141"/>
                    <a:pt x="319" y="141"/>
                  </a:cubicBezTo>
                  <a:close/>
                  <a:moveTo>
                    <a:pt x="123" y="97"/>
                  </a:moveTo>
                  <a:lnTo>
                    <a:pt x="123" y="97"/>
                  </a:lnTo>
                  <a:cubicBezTo>
                    <a:pt x="123" y="62"/>
                    <a:pt x="150" y="44"/>
                    <a:pt x="176" y="44"/>
                  </a:cubicBezTo>
                  <a:cubicBezTo>
                    <a:pt x="203" y="44"/>
                    <a:pt x="229" y="62"/>
                    <a:pt x="229" y="97"/>
                  </a:cubicBezTo>
                  <a:cubicBezTo>
                    <a:pt x="229" y="141"/>
                    <a:pt x="229" y="141"/>
                    <a:pt x="229" y="141"/>
                  </a:cubicBezTo>
                  <a:cubicBezTo>
                    <a:pt x="123" y="141"/>
                    <a:pt x="123" y="141"/>
                    <a:pt x="123" y="141"/>
                  </a:cubicBezTo>
                  <a:lnTo>
                    <a:pt x="123" y="9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80" name="Freeform 36"/>
            <p:cNvSpPr>
              <a:spLocks noChangeArrowheads="1"/>
            </p:cNvSpPr>
            <p:nvPr/>
          </p:nvSpPr>
          <p:spPr bwMode="auto">
            <a:xfrm>
              <a:off x="6457414" y="3412484"/>
              <a:ext cx="290126" cy="262394"/>
            </a:xfrm>
            <a:custGeom>
              <a:avLst/>
              <a:gdLst>
                <a:gd name="T0" fmla="*/ 107500 w 480"/>
                <a:gd name="T1" fmla="*/ 146895 h 436"/>
                <a:gd name="T2" fmla="*/ 107500 w 480"/>
                <a:gd name="T3" fmla="*/ 146895 h 436"/>
                <a:gd name="T4" fmla="*/ 83661 w 480"/>
                <a:gd name="T5" fmla="*/ 171079 h 436"/>
                <a:gd name="T6" fmla="*/ 107500 w 480"/>
                <a:gd name="T7" fmla="*/ 194815 h 436"/>
                <a:gd name="T8" fmla="*/ 131339 w 480"/>
                <a:gd name="T9" fmla="*/ 171079 h 436"/>
                <a:gd name="T10" fmla="*/ 107500 w 480"/>
                <a:gd name="T11" fmla="*/ 146895 h 436"/>
                <a:gd name="T12" fmla="*/ 59822 w 480"/>
                <a:gd name="T13" fmla="*/ 123159 h 436"/>
                <a:gd name="T14" fmla="*/ 59822 w 480"/>
                <a:gd name="T15" fmla="*/ 123159 h 436"/>
                <a:gd name="T16" fmla="*/ 75565 w 480"/>
                <a:gd name="T17" fmla="*/ 139282 h 436"/>
                <a:gd name="T18" fmla="*/ 139435 w 480"/>
                <a:gd name="T19" fmla="*/ 139282 h 436"/>
                <a:gd name="T20" fmla="*/ 155178 w 480"/>
                <a:gd name="T21" fmla="*/ 123159 h 436"/>
                <a:gd name="T22" fmla="*/ 59822 w 480"/>
                <a:gd name="T23" fmla="*/ 123159 h 436"/>
                <a:gd name="T24" fmla="*/ 27887 w 480"/>
                <a:gd name="T25" fmla="*/ 91362 h 436"/>
                <a:gd name="T26" fmla="*/ 27887 w 480"/>
                <a:gd name="T27" fmla="*/ 91362 h 436"/>
                <a:gd name="T28" fmla="*/ 44080 w 480"/>
                <a:gd name="T29" fmla="*/ 107484 h 436"/>
                <a:gd name="T30" fmla="*/ 171371 w 480"/>
                <a:gd name="T31" fmla="*/ 107484 h 436"/>
                <a:gd name="T32" fmla="*/ 187563 w 480"/>
                <a:gd name="T33" fmla="*/ 91362 h 436"/>
                <a:gd name="T34" fmla="*/ 27887 w 480"/>
                <a:gd name="T35" fmla="*/ 91362 h 436"/>
                <a:gd name="T36" fmla="*/ 0 w 480"/>
                <a:gd name="T37" fmla="*/ 60012 h 436"/>
                <a:gd name="T38" fmla="*/ 0 w 480"/>
                <a:gd name="T39" fmla="*/ 60012 h 436"/>
                <a:gd name="T40" fmla="*/ 11695 w 480"/>
                <a:gd name="T41" fmla="*/ 75687 h 436"/>
                <a:gd name="T42" fmla="*/ 199258 w 480"/>
                <a:gd name="T43" fmla="*/ 75687 h 436"/>
                <a:gd name="T44" fmla="*/ 215450 w 480"/>
                <a:gd name="T45" fmla="*/ 60012 h 436"/>
                <a:gd name="T46" fmla="*/ 0 w 480"/>
                <a:gd name="T47" fmla="*/ 60012 h 4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80" h="436">
                  <a:moveTo>
                    <a:pt x="239" y="328"/>
                  </a:moveTo>
                  <a:lnTo>
                    <a:pt x="239" y="328"/>
                  </a:lnTo>
                  <a:cubicBezTo>
                    <a:pt x="213" y="328"/>
                    <a:pt x="186" y="355"/>
                    <a:pt x="186" y="382"/>
                  </a:cubicBezTo>
                  <a:cubicBezTo>
                    <a:pt x="186" y="409"/>
                    <a:pt x="213" y="435"/>
                    <a:pt x="239" y="435"/>
                  </a:cubicBezTo>
                  <a:cubicBezTo>
                    <a:pt x="266" y="435"/>
                    <a:pt x="292" y="409"/>
                    <a:pt x="292" y="382"/>
                  </a:cubicBezTo>
                  <a:cubicBezTo>
                    <a:pt x="292" y="355"/>
                    <a:pt x="266" y="328"/>
                    <a:pt x="239" y="328"/>
                  </a:cubicBezTo>
                  <a:close/>
                  <a:moveTo>
                    <a:pt x="133" y="275"/>
                  </a:moveTo>
                  <a:lnTo>
                    <a:pt x="133" y="275"/>
                  </a:lnTo>
                  <a:cubicBezTo>
                    <a:pt x="168" y="311"/>
                    <a:pt x="168" y="311"/>
                    <a:pt x="168" y="311"/>
                  </a:cubicBezTo>
                  <a:cubicBezTo>
                    <a:pt x="204" y="275"/>
                    <a:pt x="266" y="275"/>
                    <a:pt x="310" y="311"/>
                  </a:cubicBezTo>
                  <a:cubicBezTo>
                    <a:pt x="345" y="275"/>
                    <a:pt x="345" y="275"/>
                    <a:pt x="345" y="275"/>
                  </a:cubicBezTo>
                  <a:cubicBezTo>
                    <a:pt x="283" y="222"/>
                    <a:pt x="195" y="222"/>
                    <a:pt x="133" y="275"/>
                  </a:cubicBezTo>
                  <a:close/>
                  <a:moveTo>
                    <a:pt x="62" y="204"/>
                  </a:moveTo>
                  <a:lnTo>
                    <a:pt x="62" y="204"/>
                  </a:lnTo>
                  <a:cubicBezTo>
                    <a:pt x="98" y="240"/>
                    <a:pt x="98" y="240"/>
                    <a:pt x="98" y="240"/>
                  </a:cubicBezTo>
                  <a:cubicBezTo>
                    <a:pt x="177" y="169"/>
                    <a:pt x="301" y="169"/>
                    <a:pt x="381" y="240"/>
                  </a:cubicBezTo>
                  <a:cubicBezTo>
                    <a:pt x="417" y="204"/>
                    <a:pt x="417" y="204"/>
                    <a:pt x="417" y="204"/>
                  </a:cubicBezTo>
                  <a:cubicBezTo>
                    <a:pt x="319" y="107"/>
                    <a:pt x="160" y="107"/>
                    <a:pt x="62" y="204"/>
                  </a:cubicBezTo>
                  <a:close/>
                  <a:moveTo>
                    <a:pt x="0" y="134"/>
                  </a:moveTo>
                  <a:lnTo>
                    <a:pt x="0" y="134"/>
                  </a:lnTo>
                  <a:cubicBezTo>
                    <a:pt x="26" y="169"/>
                    <a:pt x="26" y="169"/>
                    <a:pt x="26" y="169"/>
                  </a:cubicBezTo>
                  <a:cubicBezTo>
                    <a:pt x="142" y="54"/>
                    <a:pt x="328" y="54"/>
                    <a:pt x="443" y="169"/>
                  </a:cubicBezTo>
                  <a:cubicBezTo>
                    <a:pt x="479" y="134"/>
                    <a:pt x="479" y="134"/>
                    <a:pt x="479" y="134"/>
                  </a:cubicBezTo>
                  <a:cubicBezTo>
                    <a:pt x="345" y="0"/>
                    <a:pt x="133" y="0"/>
                    <a:pt x="0" y="1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87" name="Freeform 46"/>
            <p:cNvSpPr>
              <a:spLocks noChangeArrowheads="1"/>
            </p:cNvSpPr>
            <p:nvPr/>
          </p:nvSpPr>
          <p:spPr bwMode="auto">
            <a:xfrm>
              <a:off x="7111201" y="3947580"/>
              <a:ext cx="279461" cy="266661"/>
            </a:xfrm>
            <a:custGeom>
              <a:avLst/>
              <a:gdLst>
                <a:gd name="T0" fmla="*/ 163754 w 461"/>
                <a:gd name="T1" fmla="*/ 150508 h 443"/>
                <a:gd name="T2" fmla="*/ 163754 w 461"/>
                <a:gd name="T3" fmla="*/ 150508 h 443"/>
                <a:gd name="T4" fmla="*/ 128116 w 461"/>
                <a:gd name="T5" fmla="*/ 111089 h 443"/>
                <a:gd name="T6" fmla="*/ 139845 w 461"/>
                <a:gd name="T7" fmla="*/ 87349 h 443"/>
                <a:gd name="T8" fmla="*/ 147965 w 461"/>
                <a:gd name="T9" fmla="*/ 67639 h 443"/>
                <a:gd name="T10" fmla="*/ 143905 w 461"/>
                <a:gd name="T11" fmla="*/ 59128 h 443"/>
                <a:gd name="T12" fmla="*/ 147965 w 461"/>
                <a:gd name="T13" fmla="*/ 39419 h 443"/>
                <a:gd name="T14" fmla="*/ 103756 w 461"/>
                <a:gd name="T15" fmla="*/ 0 h 443"/>
                <a:gd name="T16" fmla="*/ 59547 w 461"/>
                <a:gd name="T17" fmla="*/ 39419 h 443"/>
                <a:gd name="T18" fmla="*/ 63607 w 461"/>
                <a:gd name="T19" fmla="*/ 59128 h 443"/>
                <a:gd name="T20" fmla="*/ 59547 w 461"/>
                <a:gd name="T21" fmla="*/ 67639 h 443"/>
                <a:gd name="T22" fmla="*/ 67667 w 461"/>
                <a:gd name="T23" fmla="*/ 87349 h 443"/>
                <a:gd name="T24" fmla="*/ 79847 w 461"/>
                <a:gd name="T25" fmla="*/ 111089 h 443"/>
                <a:gd name="T26" fmla="*/ 43758 w 461"/>
                <a:gd name="T27" fmla="*/ 150508 h 443"/>
                <a:gd name="T28" fmla="*/ 0 w 461"/>
                <a:gd name="T29" fmla="*/ 178281 h 443"/>
                <a:gd name="T30" fmla="*/ 0 w 461"/>
                <a:gd name="T31" fmla="*/ 197990 h 443"/>
                <a:gd name="T32" fmla="*/ 103756 w 461"/>
                <a:gd name="T33" fmla="*/ 197990 h 443"/>
                <a:gd name="T34" fmla="*/ 207512 w 461"/>
                <a:gd name="T35" fmla="*/ 197990 h 443"/>
                <a:gd name="T36" fmla="*/ 207512 w 461"/>
                <a:gd name="T37" fmla="*/ 178281 h 443"/>
                <a:gd name="T38" fmla="*/ 163754 w 461"/>
                <a:gd name="T39" fmla="*/ 150508 h 44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461" h="443">
                  <a:moveTo>
                    <a:pt x="363" y="336"/>
                  </a:moveTo>
                  <a:lnTo>
                    <a:pt x="363" y="336"/>
                  </a:lnTo>
                  <a:cubicBezTo>
                    <a:pt x="301" y="310"/>
                    <a:pt x="284" y="292"/>
                    <a:pt x="284" y="248"/>
                  </a:cubicBezTo>
                  <a:cubicBezTo>
                    <a:pt x="284" y="230"/>
                    <a:pt x="301" y="239"/>
                    <a:pt x="310" y="195"/>
                  </a:cubicBezTo>
                  <a:cubicBezTo>
                    <a:pt x="310" y="176"/>
                    <a:pt x="328" y="195"/>
                    <a:pt x="328" y="151"/>
                  </a:cubicBezTo>
                  <a:cubicBezTo>
                    <a:pt x="328" y="132"/>
                    <a:pt x="319" y="132"/>
                    <a:pt x="319" y="132"/>
                  </a:cubicBezTo>
                  <a:cubicBezTo>
                    <a:pt x="319" y="132"/>
                    <a:pt x="328" y="106"/>
                    <a:pt x="328" y="88"/>
                  </a:cubicBezTo>
                  <a:cubicBezTo>
                    <a:pt x="328" y="61"/>
                    <a:pt x="319" y="0"/>
                    <a:pt x="230" y="0"/>
                  </a:cubicBezTo>
                  <a:cubicBezTo>
                    <a:pt x="141" y="0"/>
                    <a:pt x="132" y="61"/>
                    <a:pt x="132" y="88"/>
                  </a:cubicBezTo>
                  <a:cubicBezTo>
                    <a:pt x="132" y="106"/>
                    <a:pt x="141" y="132"/>
                    <a:pt x="141" y="132"/>
                  </a:cubicBezTo>
                  <a:cubicBezTo>
                    <a:pt x="141" y="132"/>
                    <a:pt x="132" y="132"/>
                    <a:pt x="132" y="151"/>
                  </a:cubicBezTo>
                  <a:cubicBezTo>
                    <a:pt x="132" y="195"/>
                    <a:pt x="150" y="176"/>
                    <a:pt x="150" y="195"/>
                  </a:cubicBezTo>
                  <a:cubicBezTo>
                    <a:pt x="159" y="239"/>
                    <a:pt x="177" y="230"/>
                    <a:pt x="177" y="248"/>
                  </a:cubicBezTo>
                  <a:cubicBezTo>
                    <a:pt x="177" y="292"/>
                    <a:pt x="159" y="310"/>
                    <a:pt x="97" y="336"/>
                  </a:cubicBezTo>
                  <a:cubicBezTo>
                    <a:pt x="35" y="354"/>
                    <a:pt x="0" y="380"/>
                    <a:pt x="0" y="398"/>
                  </a:cubicBezTo>
                  <a:cubicBezTo>
                    <a:pt x="0" y="407"/>
                    <a:pt x="0" y="442"/>
                    <a:pt x="0" y="442"/>
                  </a:cubicBezTo>
                  <a:cubicBezTo>
                    <a:pt x="230" y="442"/>
                    <a:pt x="230" y="442"/>
                    <a:pt x="230" y="442"/>
                  </a:cubicBezTo>
                  <a:cubicBezTo>
                    <a:pt x="460" y="442"/>
                    <a:pt x="460" y="442"/>
                    <a:pt x="460" y="442"/>
                  </a:cubicBezTo>
                  <a:cubicBezTo>
                    <a:pt x="460" y="442"/>
                    <a:pt x="460" y="407"/>
                    <a:pt x="460" y="398"/>
                  </a:cubicBezTo>
                  <a:cubicBezTo>
                    <a:pt x="460" y="380"/>
                    <a:pt x="425" y="354"/>
                    <a:pt x="363" y="3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88" name="Freeform 65"/>
            <p:cNvSpPr>
              <a:spLocks noChangeArrowheads="1"/>
            </p:cNvSpPr>
            <p:nvPr/>
          </p:nvSpPr>
          <p:spPr bwMode="auto">
            <a:xfrm>
              <a:off x="4565679" y="3565624"/>
              <a:ext cx="253861" cy="251727"/>
            </a:xfrm>
            <a:custGeom>
              <a:avLst/>
              <a:gdLst>
                <a:gd name="T0" fmla="*/ 172604 w 417"/>
                <a:gd name="T1" fmla="*/ 91192 h 417"/>
                <a:gd name="T2" fmla="*/ 172604 w 417"/>
                <a:gd name="T3" fmla="*/ 91192 h 417"/>
                <a:gd name="T4" fmla="*/ 188460 w 417"/>
                <a:gd name="T5" fmla="*/ 63340 h 417"/>
                <a:gd name="T6" fmla="*/ 184836 w 417"/>
                <a:gd name="T7" fmla="*/ 47617 h 417"/>
                <a:gd name="T8" fmla="*/ 152671 w 417"/>
                <a:gd name="T9" fmla="*/ 35488 h 417"/>
                <a:gd name="T10" fmla="*/ 144516 w 417"/>
                <a:gd name="T11" fmla="*/ 7637 h 417"/>
                <a:gd name="T12" fmla="*/ 124583 w 417"/>
                <a:gd name="T13" fmla="*/ 0 h 417"/>
                <a:gd name="T14" fmla="*/ 96495 w 417"/>
                <a:gd name="T15" fmla="*/ 15723 h 417"/>
                <a:gd name="T16" fmla="*/ 68407 w 417"/>
                <a:gd name="T17" fmla="*/ 0 h 417"/>
                <a:gd name="T18" fmla="*/ 48474 w 417"/>
                <a:gd name="T19" fmla="*/ 7637 h 417"/>
                <a:gd name="T20" fmla="*/ 40320 w 417"/>
                <a:gd name="T21" fmla="*/ 35488 h 417"/>
                <a:gd name="T22" fmla="*/ 8155 w 417"/>
                <a:gd name="T23" fmla="*/ 47617 h 417"/>
                <a:gd name="T24" fmla="*/ 0 w 417"/>
                <a:gd name="T25" fmla="*/ 63340 h 417"/>
                <a:gd name="T26" fmla="*/ 19933 w 417"/>
                <a:gd name="T27" fmla="*/ 91192 h 417"/>
                <a:gd name="T28" fmla="*/ 0 w 417"/>
                <a:gd name="T29" fmla="*/ 123536 h 417"/>
                <a:gd name="T30" fmla="*/ 8155 w 417"/>
                <a:gd name="T31" fmla="*/ 139258 h 417"/>
                <a:gd name="T32" fmla="*/ 40320 w 417"/>
                <a:gd name="T33" fmla="*/ 147344 h 417"/>
                <a:gd name="T34" fmla="*/ 48474 w 417"/>
                <a:gd name="T35" fmla="*/ 178790 h 417"/>
                <a:gd name="T36" fmla="*/ 68407 w 417"/>
                <a:gd name="T37" fmla="*/ 186876 h 417"/>
                <a:gd name="T38" fmla="*/ 96495 w 417"/>
                <a:gd name="T39" fmla="*/ 167110 h 417"/>
                <a:gd name="T40" fmla="*/ 124583 w 417"/>
                <a:gd name="T41" fmla="*/ 186876 h 417"/>
                <a:gd name="T42" fmla="*/ 144516 w 417"/>
                <a:gd name="T43" fmla="*/ 178790 h 417"/>
                <a:gd name="T44" fmla="*/ 152671 w 417"/>
                <a:gd name="T45" fmla="*/ 147344 h 417"/>
                <a:gd name="T46" fmla="*/ 184836 w 417"/>
                <a:gd name="T47" fmla="*/ 139258 h 417"/>
                <a:gd name="T48" fmla="*/ 188460 w 417"/>
                <a:gd name="T49" fmla="*/ 119043 h 417"/>
                <a:gd name="T50" fmla="*/ 172604 w 417"/>
                <a:gd name="T51" fmla="*/ 91192 h 417"/>
                <a:gd name="T52" fmla="*/ 96495 w 417"/>
                <a:gd name="T53" fmla="*/ 131172 h 417"/>
                <a:gd name="T54" fmla="*/ 96495 w 417"/>
                <a:gd name="T55" fmla="*/ 131172 h 417"/>
                <a:gd name="T56" fmla="*/ 56629 w 417"/>
                <a:gd name="T57" fmla="*/ 91192 h 417"/>
                <a:gd name="T58" fmla="*/ 96495 w 417"/>
                <a:gd name="T59" fmla="*/ 51660 h 417"/>
                <a:gd name="T60" fmla="*/ 136362 w 417"/>
                <a:gd name="T61" fmla="*/ 91192 h 417"/>
                <a:gd name="T62" fmla="*/ 96495 w 417"/>
                <a:gd name="T63" fmla="*/ 131172 h 41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17" h="417">
                  <a:moveTo>
                    <a:pt x="381" y="203"/>
                  </a:moveTo>
                  <a:lnTo>
                    <a:pt x="381" y="203"/>
                  </a:lnTo>
                  <a:cubicBezTo>
                    <a:pt x="381" y="177"/>
                    <a:pt x="399" y="159"/>
                    <a:pt x="416" y="141"/>
                  </a:cubicBezTo>
                  <a:cubicBezTo>
                    <a:pt x="416" y="132"/>
                    <a:pt x="408" y="115"/>
                    <a:pt x="408" y="106"/>
                  </a:cubicBezTo>
                  <a:cubicBezTo>
                    <a:pt x="372" y="115"/>
                    <a:pt x="354" y="97"/>
                    <a:pt x="337" y="79"/>
                  </a:cubicBezTo>
                  <a:cubicBezTo>
                    <a:pt x="319" y="62"/>
                    <a:pt x="310" y="44"/>
                    <a:pt x="319" y="17"/>
                  </a:cubicBezTo>
                  <a:cubicBezTo>
                    <a:pt x="310" y="9"/>
                    <a:pt x="293" y="0"/>
                    <a:pt x="275" y="0"/>
                  </a:cubicBezTo>
                  <a:cubicBezTo>
                    <a:pt x="266" y="17"/>
                    <a:pt x="240" y="35"/>
                    <a:pt x="213" y="35"/>
                  </a:cubicBezTo>
                  <a:cubicBezTo>
                    <a:pt x="187" y="35"/>
                    <a:pt x="160" y="17"/>
                    <a:pt x="151" y="0"/>
                  </a:cubicBezTo>
                  <a:cubicBezTo>
                    <a:pt x="133" y="0"/>
                    <a:pt x="116" y="9"/>
                    <a:pt x="107" y="17"/>
                  </a:cubicBezTo>
                  <a:cubicBezTo>
                    <a:pt x="116" y="44"/>
                    <a:pt x="107" y="62"/>
                    <a:pt x="89" y="79"/>
                  </a:cubicBezTo>
                  <a:cubicBezTo>
                    <a:pt x="72" y="97"/>
                    <a:pt x="44" y="115"/>
                    <a:pt x="18" y="106"/>
                  </a:cubicBezTo>
                  <a:cubicBezTo>
                    <a:pt x="18" y="115"/>
                    <a:pt x="9" y="132"/>
                    <a:pt x="0" y="141"/>
                  </a:cubicBezTo>
                  <a:cubicBezTo>
                    <a:pt x="27" y="159"/>
                    <a:pt x="44" y="177"/>
                    <a:pt x="44" y="203"/>
                  </a:cubicBezTo>
                  <a:cubicBezTo>
                    <a:pt x="44" y="230"/>
                    <a:pt x="27" y="256"/>
                    <a:pt x="0" y="275"/>
                  </a:cubicBezTo>
                  <a:cubicBezTo>
                    <a:pt x="9" y="283"/>
                    <a:pt x="18" y="301"/>
                    <a:pt x="18" y="310"/>
                  </a:cubicBezTo>
                  <a:cubicBezTo>
                    <a:pt x="44" y="310"/>
                    <a:pt x="72" y="310"/>
                    <a:pt x="89" y="328"/>
                  </a:cubicBezTo>
                  <a:cubicBezTo>
                    <a:pt x="107" y="345"/>
                    <a:pt x="116" y="372"/>
                    <a:pt x="107" y="398"/>
                  </a:cubicBezTo>
                  <a:cubicBezTo>
                    <a:pt x="116" y="407"/>
                    <a:pt x="133" y="407"/>
                    <a:pt x="151" y="416"/>
                  </a:cubicBezTo>
                  <a:cubicBezTo>
                    <a:pt x="160" y="389"/>
                    <a:pt x="187" y="372"/>
                    <a:pt x="213" y="372"/>
                  </a:cubicBezTo>
                  <a:cubicBezTo>
                    <a:pt x="240" y="372"/>
                    <a:pt x="266" y="389"/>
                    <a:pt x="275" y="416"/>
                  </a:cubicBezTo>
                  <a:cubicBezTo>
                    <a:pt x="293" y="407"/>
                    <a:pt x="310" y="407"/>
                    <a:pt x="319" y="398"/>
                  </a:cubicBezTo>
                  <a:cubicBezTo>
                    <a:pt x="310" y="372"/>
                    <a:pt x="319" y="345"/>
                    <a:pt x="337" y="328"/>
                  </a:cubicBezTo>
                  <a:cubicBezTo>
                    <a:pt x="354" y="310"/>
                    <a:pt x="372" y="301"/>
                    <a:pt x="408" y="310"/>
                  </a:cubicBezTo>
                  <a:cubicBezTo>
                    <a:pt x="408" y="292"/>
                    <a:pt x="416" y="283"/>
                    <a:pt x="416" y="265"/>
                  </a:cubicBezTo>
                  <a:cubicBezTo>
                    <a:pt x="399" y="256"/>
                    <a:pt x="381" y="230"/>
                    <a:pt x="381" y="203"/>
                  </a:cubicBezTo>
                  <a:close/>
                  <a:moveTo>
                    <a:pt x="213" y="292"/>
                  </a:moveTo>
                  <a:lnTo>
                    <a:pt x="213" y="292"/>
                  </a:lnTo>
                  <a:cubicBezTo>
                    <a:pt x="160" y="292"/>
                    <a:pt x="125" y="256"/>
                    <a:pt x="125" y="203"/>
                  </a:cubicBezTo>
                  <a:cubicBezTo>
                    <a:pt x="125" y="159"/>
                    <a:pt x="160" y="115"/>
                    <a:pt x="213" y="115"/>
                  </a:cubicBezTo>
                  <a:cubicBezTo>
                    <a:pt x="266" y="115"/>
                    <a:pt x="301" y="159"/>
                    <a:pt x="301" y="203"/>
                  </a:cubicBezTo>
                  <a:cubicBezTo>
                    <a:pt x="301" y="256"/>
                    <a:pt x="266" y="292"/>
                    <a:pt x="213" y="2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89" name="Freeform 82"/>
            <p:cNvSpPr>
              <a:spLocks noChangeArrowheads="1"/>
            </p:cNvSpPr>
            <p:nvPr/>
          </p:nvSpPr>
          <p:spPr bwMode="auto">
            <a:xfrm>
              <a:off x="3152473" y="4915430"/>
              <a:ext cx="300794" cy="268794"/>
            </a:xfrm>
            <a:custGeom>
              <a:avLst/>
              <a:gdLst>
                <a:gd name="T0" fmla="*/ 199518 w 497"/>
                <a:gd name="T1" fmla="*/ 0 h 444"/>
                <a:gd name="T2" fmla="*/ 199518 w 497"/>
                <a:gd name="T3" fmla="*/ 0 h 444"/>
                <a:gd name="T4" fmla="*/ 23870 w 497"/>
                <a:gd name="T5" fmla="*/ 0 h 444"/>
                <a:gd name="T6" fmla="*/ 0 w 497"/>
                <a:gd name="T7" fmla="*/ 23877 h 444"/>
                <a:gd name="T8" fmla="*/ 0 w 497"/>
                <a:gd name="T9" fmla="*/ 155425 h 444"/>
                <a:gd name="T10" fmla="*/ 23870 w 497"/>
                <a:gd name="T11" fmla="*/ 179752 h 444"/>
                <a:gd name="T12" fmla="*/ 68007 w 497"/>
                <a:gd name="T13" fmla="*/ 179752 h 444"/>
                <a:gd name="T14" fmla="*/ 68007 w 497"/>
                <a:gd name="T15" fmla="*/ 155425 h 444"/>
                <a:gd name="T16" fmla="*/ 19817 w 497"/>
                <a:gd name="T17" fmla="*/ 155425 h 444"/>
                <a:gd name="T18" fmla="*/ 19817 w 497"/>
                <a:gd name="T19" fmla="*/ 55863 h 444"/>
                <a:gd name="T20" fmla="*/ 199518 w 497"/>
                <a:gd name="T21" fmla="*/ 55863 h 444"/>
                <a:gd name="T22" fmla="*/ 199518 w 497"/>
                <a:gd name="T23" fmla="*/ 155425 h 444"/>
                <a:gd name="T24" fmla="*/ 155381 w 497"/>
                <a:gd name="T25" fmla="*/ 155425 h 444"/>
                <a:gd name="T26" fmla="*/ 155381 w 497"/>
                <a:gd name="T27" fmla="*/ 179752 h 444"/>
                <a:gd name="T28" fmla="*/ 199518 w 497"/>
                <a:gd name="T29" fmla="*/ 179752 h 444"/>
                <a:gd name="T30" fmla="*/ 223388 w 497"/>
                <a:gd name="T31" fmla="*/ 155425 h 444"/>
                <a:gd name="T32" fmla="*/ 223388 w 497"/>
                <a:gd name="T33" fmla="*/ 23877 h 444"/>
                <a:gd name="T34" fmla="*/ 199518 w 497"/>
                <a:gd name="T35" fmla="*/ 0 h 444"/>
                <a:gd name="T36" fmla="*/ 27923 w 497"/>
                <a:gd name="T37" fmla="*/ 36041 h 444"/>
                <a:gd name="T38" fmla="*/ 27923 w 497"/>
                <a:gd name="T39" fmla="*/ 36041 h 444"/>
                <a:gd name="T40" fmla="*/ 19817 w 497"/>
                <a:gd name="T41" fmla="*/ 27931 h 444"/>
                <a:gd name="T42" fmla="*/ 27923 w 497"/>
                <a:gd name="T43" fmla="*/ 20273 h 444"/>
                <a:gd name="T44" fmla="*/ 35580 w 497"/>
                <a:gd name="T45" fmla="*/ 27931 h 444"/>
                <a:gd name="T46" fmla="*/ 27923 w 497"/>
                <a:gd name="T47" fmla="*/ 36041 h 444"/>
                <a:gd name="T48" fmla="*/ 52244 w 497"/>
                <a:gd name="T49" fmla="*/ 36041 h 444"/>
                <a:gd name="T50" fmla="*/ 52244 w 497"/>
                <a:gd name="T51" fmla="*/ 36041 h 444"/>
                <a:gd name="T52" fmla="*/ 43687 w 497"/>
                <a:gd name="T53" fmla="*/ 27931 h 444"/>
                <a:gd name="T54" fmla="*/ 52244 w 497"/>
                <a:gd name="T55" fmla="*/ 20273 h 444"/>
                <a:gd name="T56" fmla="*/ 59450 w 497"/>
                <a:gd name="T57" fmla="*/ 27931 h 444"/>
                <a:gd name="T58" fmla="*/ 52244 w 497"/>
                <a:gd name="T59" fmla="*/ 36041 h 444"/>
                <a:gd name="T60" fmla="*/ 199518 w 497"/>
                <a:gd name="T61" fmla="*/ 36041 h 444"/>
                <a:gd name="T62" fmla="*/ 199518 w 497"/>
                <a:gd name="T63" fmla="*/ 36041 h 444"/>
                <a:gd name="T64" fmla="*/ 68007 w 497"/>
                <a:gd name="T65" fmla="*/ 36041 h 444"/>
                <a:gd name="T66" fmla="*/ 68007 w 497"/>
                <a:gd name="T67" fmla="*/ 23877 h 444"/>
                <a:gd name="T68" fmla="*/ 199518 w 497"/>
                <a:gd name="T69" fmla="*/ 23877 h 444"/>
                <a:gd name="T70" fmla="*/ 199518 w 497"/>
                <a:gd name="T71" fmla="*/ 36041 h 444"/>
                <a:gd name="T72" fmla="*/ 111694 w 497"/>
                <a:gd name="T73" fmla="*/ 79740 h 444"/>
                <a:gd name="T74" fmla="*/ 111694 w 497"/>
                <a:gd name="T75" fmla="*/ 79740 h 444"/>
                <a:gd name="T76" fmla="*/ 55847 w 497"/>
                <a:gd name="T77" fmla="*/ 135603 h 444"/>
                <a:gd name="T78" fmla="*/ 91877 w 497"/>
                <a:gd name="T79" fmla="*/ 135603 h 444"/>
                <a:gd name="T80" fmla="*/ 91877 w 497"/>
                <a:gd name="T81" fmla="*/ 199574 h 444"/>
                <a:gd name="T82" fmla="*/ 131510 w 497"/>
                <a:gd name="T83" fmla="*/ 199574 h 444"/>
                <a:gd name="T84" fmla="*/ 131510 w 497"/>
                <a:gd name="T85" fmla="*/ 135603 h 444"/>
                <a:gd name="T86" fmla="*/ 163487 w 497"/>
                <a:gd name="T87" fmla="*/ 135603 h 444"/>
                <a:gd name="T88" fmla="*/ 111694 w 497"/>
                <a:gd name="T89" fmla="*/ 79740 h 44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97" h="444">
                  <a:moveTo>
                    <a:pt x="443" y="0"/>
                  </a:moveTo>
                  <a:lnTo>
                    <a:pt x="443" y="0"/>
                  </a:lnTo>
                  <a:cubicBezTo>
                    <a:pt x="53" y="0"/>
                    <a:pt x="53" y="0"/>
                    <a:pt x="53" y="0"/>
                  </a:cubicBezTo>
                  <a:cubicBezTo>
                    <a:pt x="17" y="0"/>
                    <a:pt x="0" y="26"/>
                    <a:pt x="0" y="53"/>
                  </a:cubicBezTo>
                  <a:cubicBezTo>
                    <a:pt x="0" y="345"/>
                    <a:pt x="0" y="345"/>
                    <a:pt x="0" y="345"/>
                  </a:cubicBezTo>
                  <a:cubicBezTo>
                    <a:pt x="0" y="373"/>
                    <a:pt x="17" y="399"/>
                    <a:pt x="53" y="399"/>
                  </a:cubicBezTo>
                  <a:cubicBezTo>
                    <a:pt x="151" y="399"/>
                    <a:pt x="151" y="399"/>
                    <a:pt x="151" y="399"/>
                  </a:cubicBezTo>
                  <a:cubicBezTo>
                    <a:pt x="151" y="345"/>
                    <a:pt x="151" y="345"/>
                    <a:pt x="151" y="345"/>
                  </a:cubicBezTo>
                  <a:cubicBezTo>
                    <a:pt x="44" y="345"/>
                    <a:pt x="44" y="345"/>
                    <a:pt x="44" y="345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43" y="124"/>
                    <a:pt x="443" y="124"/>
                    <a:pt x="443" y="124"/>
                  </a:cubicBezTo>
                  <a:cubicBezTo>
                    <a:pt x="443" y="345"/>
                    <a:pt x="443" y="345"/>
                    <a:pt x="443" y="345"/>
                  </a:cubicBezTo>
                  <a:cubicBezTo>
                    <a:pt x="345" y="345"/>
                    <a:pt x="345" y="345"/>
                    <a:pt x="345" y="345"/>
                  </a:cubicBezTo>
                  <a:cubicBezTo>
                    <a:pt x="345" y="399"/>
                    <a:pt x="345" y="399"/>
                    <a:pt x="345" y="399"/>
                  </a:cubicBezTo>
                  <a:cubicBezTo>
                    <a:pt x="443" y="399"/>
                    <a:pt x="443" y="399"/>
                    <a:pt x="443" y="399"/>
                  </a:cubicBezTo>
                  <a:cubicBezTo>
                    <a:pt x="470" y="399"/>
                    <a:pt x="496" y="373"/>
                    <a:pt x="496" y="345"/>
                  </a:cubicBezTo>
                  <a:cubicBezTo>
                    <a:pt x="496" y="53"/>
                    <a:pt x="496" y="53"/>
                    <a:pt x="496" y="53"/>
                  </a:cubicBezTo>
                  <a:cubicBezTo>
                    <a:pt x="496" y="26"/>
                    <a:pt x="470" y="0"/>
                    <a:pt x="443" y="0"/>
                  </a:cubicBezTo>
                  <a:close/>
                  <a:moveTo>
                    <a:pt x="62" y="80"/>
                  </a:moveTo>
                  <a:lnTo>
                    <a:pt x="62" y="80"/>
                  </a:lnTo>
                  <a:cubicBezTo>
                    <a:pt x="53" y="80"/>
                    <a:pt x="44" y="71"/>
                    <a:pt x="44" y="62"/>
                  </a:cubicBezTo>
                  <a:cubicBezTo>
                    <a:pt x="44" y="53"/>
                    <a:pt x="53" y="45"/>
                    <a:pt x="62" y="45"/>
                  </a:cubicBezTo>
                  <a:cubicBezTo>
                    <a:pt x="71" y="45"/>
                    <a:pt x="79" y="53"/>
                    <a:pt x="79" y="62"/>
                  </a:cubicBezTo>
                  <a:cubicBezTo>
                    <a:pt x="79" y="71"/>
                    <a:pt x="71" y="80"/>
                    <a:pt x="62" y="80"/>
                  </a:cubicBezTo>
                  <a:close/>
                  <a:moveTo>
                    <a:pt x="116" y="80"/>
                  </a:moveTo>
                  <a:lnTo>
                    <a:pt x="116" y="80"/>
                  </a:lnTo>
                  <a:cubicBezTo>
                    <a:pt x="107" y="80"/>
                    <a:pt x="97" y="71"/>
                    <a:pt x="97" y="62"/>
                  </a:cubicBezTo>
                  <a:cubicBezTo>
                    <a:pt x="97" y="53"/>
                    <a:pt x="107" y="45"/>
                    <a:pt x="116" y="45"/>
                  </a:cubicBezTo>
                  <a:cubicBezTo>
                    <a:pt x="124" y="45"/>
                    <a:pt x="132" y="53"/>
                    <a:pt x="132" y="62"/>
                  </a:cubicBezTo>
                  <a:cubicBezTo>
                    <a:pt x="132" y="71"/>
                    <a:pt x="124" y="80"/>
                    <a:pt x="116" y="80"/>
                  </a:cubicBezTo>
                  <a:close/>
                  <a:moveTo>
                    <a:pt x="443" y="80"/>
                  </a:moveTo>
                  <a:lnTo>
                    <a:pt x="443" y="80"/>
                  </a:lnTo>
                  <a:cubicBezTo>
                    <a:pt x="151" y="80"/>
                    <a:pt x="151" y="80"/>
                    <a:pt x="151" y="80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443" y="53"/>
                    <a:pt x="443" y="53"/>
                    <a:pt x="443" y="53"/>
                  </a:cubicBezTo>
                  <a:lnTo>
                    <a:pt x="443" y="80"/>
                  </a:lnTo>
                  <a:close/>
                  <a:moveTo>
                    <a:pt x="248" y="177"/>
                  </a:moveTo>
                  <a:lnTo>
                    <a:pt x="248" y="177"/>
                  </a:lnTo>
                  <a:cubicBezTo>
                    <a:pt x="124" y="301"/>
                    <a:pt x="124" y="301"/>
                    <a:pt x="124" y="301"/>
                  </a:cubicBezTo>
                  <a:cubicBezTo>
                    <a:pt x="204" y="301"/>
                    <a:pt x="204" y="301"/>
                    <a:pt x="204" y="301"/>
                  </a:cubicBezTo>
                  <a:cubicBezTo>
                    <a:pt x="204" y="443"/>
                    <a:pt x="204" y="443"/>
                    <a:pt x="204" y="443"/>
                  </a:cubicBezTo>
                  <a:cubicBezTo>
                    <a:pt x="292" y="443"/>
                    <a:pt x="292" y="443"/>
                    <a:pt x="292" y="443"/>
                  </a:cubicBezTo>
                  <a:cubicBezTo>
                    <a:pt x="292" y="301"/>
                    <a:pt x="292" y="301"/>
                    <a:pt x="292" y="301"/>
                  </a:cubicBezTo>
                  <a:cubicBezTo>
                    <a:pt x="363" y="301"/>
                    <a:pt x="363" y="301"/>
                    <a:pt x="363" y="301"/>
                  </a:cubicBezTo>
                  <a:lnTo>
                    <a:pt x="248" y="17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90" name="Freeform 101"/>
            <p:cNvSpPr>
              <a:spLocks noChangeArrowheads="1"/>
            </p:cNvSpPr>
            <p:nvPr/>
          </p:nvSpPr>
          <p:spPr bwMode="auto">
            <a:xfrm>
              <a:off x="7870488" y="4007683"/>
              <a:ext cx="300792" cy="230395"/>
            </a:xfrm>
            <a:custGeom>
              <a:avLst/>
              <a:gdLst>
                <a:gd name="T0" fmla="*/ 36030 w 497"/>
                <a:gd name="T1" fmla="*/ 111308 h 382"/>
                <a:gd name="T2" fmla="*/ 36030 w 497"/>
                <a:gd name="T3" fmla="*/ 111308 h 382"/>
                <a:gd name="T4" fmla="*/ 71610 w 497"/>
                <a:gd name="T5" fmla="*/ 147214 h 382"/>
                <a:gd name="T6" fmla="*/ 111693 w 497"/>
                <a:gd name="T7" fmla="*/ 171001 h 382"/>
                <a:gd name="T8" fmla="*/ 151777 w 497"/>
                <a:gd name="T9" fmla="*/ 151253 h 382"/>
                <a:gd name="T10" fmla="*/ 175647 w 497"/>
                <a:gd name="T11" fmla="*/ 115796 h 382"/>
                <a:gd name="T12" fmla="*/ 111693 w 497"/>
                <a:gd name="T13" fmla="*/ 147214 h 382"/>
                <a:gd name="T14" fmla="*/ 36030 w 497"/>
                <a:gd name="T15" fmla="*/ 111308 h 382"/>
                <a:gd name="T16" fmla="*/ 219333 w 497"/>
                <a:gd name="T17" fmla="*/ 55654 h 382"/>
                <a:gd name="T18" fmla="*/ 219333 w 497"/>
                <a:gd name="T19" fmla="*/ 55654 h 382"/>
                <a:gd name="T20" fmla="*/ 123403 w 497"/>
                <a:gd name="T21" fmla="*/ 4039 h 382"/>
                <a:gd name="T22" fmla="*/ 99533 w 497"/>
                <a:gd name="T23" fmla="*/ 4039 h 382"/>
                <a:gd name="T24" fmla="*/ 4053 w 497"/>
                <a:gd name="T25" fmla="*/ 55654 h 382"/>
                <a:gd name="T26" fmla="*/ 4053 w 497"/>
                <a:gd name="T27" fmla="*/ 71812 h 382"/>
                <a:gd name="T28" fmla="*/ 99533 w 497"/>
                <a:gd name="T29" fmla="*/ 123426 h 382"/>
                <a:gd name="T30" fmla="*/ 123403 w 497"/>
                <a:gd name="T31" fmla="*/ 123426 h 382"/>
                <a:gd name="T32" fmla="*/ 183754 w 497"/>
                <a:gd name="T33" fmla="*/ 87520 h 382"/>
                <a:gd name="T34" fmla="*/ 119800 w 497"/>
                <a:gd name="T35" fmla="*/ 71812 h 382"/>
                <a:gd name="T36" fmla="*/ 111693 w 497"/>
                <a:gd name="T37" fmla="*/ 75402 h 382"/>
                <a:gd name="T38" fmla="*/ 91426 w 497"/>
                <a:gd name="T39" fmla="*/ 59693 h 382"/>
                <a:gd name="T40" fmla="*/ 111693 w 497"/>
                <a:gd name="T41" fmla="*/ 48024 h 382"/>
                <a:gd name="T42" fmla="*/ 131960 w 497"/>
                <a:gd name="T43" fmla="*/ 55654 h 382"/>
                <a:gd name="T44" fmla="*/ 199517 w 497"/>
                <a:gd name="T45" fmla="*/ 79441 h 382"/>
                <a:gd name="T46" fmla="*/ 219333 w 497"/>
                <a:gd name="T47" fmla="*/ 71812 h 382"/>
                <a:gd name="T48" fmla="*/ 219333 w 497"/>
                <a:gd name="T49" fmla="*/ 55654 h 382"/>
                <a:gd name="T50" fmla="*/ 191410 w 497"/>
                <a:gd name="T51" fmla="*/ 155292 h 382"/>
                <a:gd name="T52" fmla="*/ 191410 w 497"/>
                <a:gd name="T53" fmla="*/ 155292 h 382"/>
                <a:gd name="T54" fmla="*/ 207623 w 497"/>
                <a:gd name="T55" fmla="*/ 151253 h 382"/>
                <a:gd name="T56" fmla="*/ 199517 w 497"/>
                <a:gd name="T57" fmla="*/ 79441 h 382"/>
                <a:gd name="T58" fmla="*/ 183754 w 497"/>
                <a:gd name="T59" fmla="*/ 87520 h 382"/>
                <a:gd name="T60" fmla="*/ 191410 w 497"/>
                <a:gd name="T61" fmla="*/ 155292 h 38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97" h="382">
                  <a:moveTo>
                    <a:pt x="80" y="248"/>
                  </a:moveTo>
                  <a:lnTo>
                    <a:pt x="80" y="248"/>
                  </a:lnTo>
                  <a:cubicBezTo>
                    <a:pt x="97" y="293"/>
                    <a:pt x="106" y="311"/>
                    <a:pt x="159" y="328"/>
                  </a:cubicBezTo>
                  <a:cubicBezTo>
                    <a:pt x="203" y="355"/>
                    <a:pt x="230" y="381"/>
                    <a:pt x="248" y="381"/>
                  </a:cubicBezTo>
                  <a:cubicBezTo>
                    <a:pt x="266" y="381"/>
                    <a:pt x="293" y="355"/>
                    <a:pt x="337" y="337"/>
                  </a:cubicBezTo>
                  <a:cubicBezTo>
                    <a:pt x="390" y="311"/>
                    <a:pt x="372" y="311"/>
                    <a:pt x="390" y="258"/>
                  </a:cubicBezTo>
                  <a:cubicBezTo>
                    <a:pt x="248" y="328"/>
                    <a:pt x="248" y="328"/>
                    <a:pt x="248" y="328"/>
                  </a:cubicBezTo>
                  <a:lnTo>
                    <a:pt x="80" y="248"/>
                  </a:lnTo>
                  <a:close/>
                  <a:moveTo>
                    <a:pt x="487" y="124"/>
                  </a:moveTo>
                  <a:lnTo>
                    <a:pt x="487" y="124"/>
                  </a:lnTo>
                  <a:cubicBezTo>
                    <a:pt x="274" y="9"/>
                    <a:pt x="274" y="9"/>
                    <a:pt x="274" y="9"/>
                  </a:cubicBezTo>
                  <a:cubicBezTo>
                    <a:pt x="266" y="0"/>
                    <a:pt x="239" y="0"/>
                    <a:pt x="221" y="9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0" y="133"/>
                    <a:pt x="0" y="142"/>
                    <a:pt x="9" y="160"/>
                  </a:cubicBezTo>
                  <a:cubicBezTo>
                    <a:pt x="221" y="275"/>
                    <a:pt x="221" y="275"/>
                    <a:pt x="221" y="275"/>
                  </a:cubicBezTo>
                  <a:cubicBezTo>
                    <a:pt x="239" y="284"/>
                    <a:pt x="266" y="284"/>
                    <a:pt x="274" y="275"/>
                  </a:cubicBezTo>
                  <a:cubicBezTo>
                    <a:pt x="408" y="195"/>
                    <a:pt x="408" y="195"/>
                    <a:pt x="408" y="195"/>
                  </a:cubicBezTo>
                  <a:cubicBezTo>
                    <a:pt x="266" y="160"/>
                    <a:pt x="266" y="160"/>
                    <a:pt x="266" y="160"/>
                  </a:cubicBezTo>
                  <a:cubicBezTo>
                    <a:pt x="257" y="160"/>
                    <a:pt x="257" y="168"/>
                    <a:pt x="248" y="168"/>
                  </a:cubicBezTo>
                  <a:cubicBezTo>
                    <a:pt x="221" y="168"/>
                    <a:pt x="203" y="151"/>
                    <a:pt x="203" y="133"/>
                  </a:cubicBezTo>
                  <a:cubicBezTo>
                    <a:pt x="203" y="124"/>
                    <a:pt x="221" y="107"/>
                    <a:pt x="248" y="107"/>
                  </a:cubicBezTo>
                  <a:cubicBezTo>
                    <a:pt x="266" y="107"/>
                    <a:pt x="284" y="115"/>
                    <a:pt x="293" y="124"/>
                  </a:cubicBezTo>
                  <a:cubicBezTo>
                    <a:pt x="443" y="177"/>
                    <a:pt x="443" y="177"/>
                    <a:pt x="443" y="177"/>
                  </a:cubicBezTo>
                  <a:cubicBezTo>
                    <a:pt x="487" y="160"/>
                    <a:pt x="487" y="160"/>
                    <a:pt x="487" y="160"/>
                  </a:cubicBezTo>
                  <a:cubicBezTo>
                    <a:pt x="496" y="142"/>
                    <a:pt x="496" y="133"/>
                    <a:pt x="487" y="124"/>
                  </a:cubicBezTo>
                  <a:close/>
                  <a:moveTo>
                    <a:pt x="425" y="346"/>
                  </a:moveTo>
                  <a:lnTo>
                    <a:pt x="425" y="346"/>
                  </a:lnTo>
                  <a:cubicBezTo>
                    <a:pt x="416" y="355"/>
                    <a:pt x="452" y="364"/>
                    <a:pt x="461" y="337"/>
                  </a:cubicBezTo>
                  <a:cubicBezTo>
                    <a:pt x="469" y="213"/>
                    <a:pt x="443" y="177"/>
                    <a:pt x="443" y="177"/>
                  </a:cubicBezTo>
                  <a:cubicBezTo>
                    <a:pt x="408" y="195"/>
                    <a:pt x="408" y="195"/>
                    <a:pt x="408" y="195"/>
                  </a:cubicBezTo>
                  <a:cubicBezTo>
                    <a:pt x="408" y="195"/>
                    <a:pt x="443" y="222"/>
                    <a:pt x="425" y="3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91" name="Freeform 102"/>
            <p:cNvSpPr>
              <a:spLocks noChangeArrowheads="1"/>
            </p:cNvSpPr>
            <p:nvPr/>
          </p:nvSpPr>
          <p:spPr bwMode="auto">
            <a:xfrm>
              <a:off x="3281866" y="5723609"/>
              <a:ext cx="298660" cy="268794"/>
            </a:xfrm>
            <a:custGeom>
              <a:avLst/>
              <a:gdLst>
                <a:gd name="T0" fmla="*/ 35703 w 498"/>
                <a:gd name="T1" fmla="*/ 67874 h 445"/>
                <a:gd name="T2" fmla="*/ 35703 w 498"/>
                <a:gd name="T3" fmla="*/ 67874 h 445"/>
                <a:gd name="T4" fmla="*/ 63372 w 498"/>
                <a:gd name="T5" fmla="*/ 75965 h 445"/>
                <a:gd name="T6" fmla="*/ 67389 w 498"/>
                <a:gd name="T7" fmla="*/ 75965 h 445"/>
                <a:gd name="T8" fmla="*/ 87026 w 498"/>
                <a:gd name="T9" fmla="*/ 60232 h 445"/>
                <a:gd name="T10" fmla="*/ 87026 w 498"/>
                <a:gd name="T11" fmla="*/ 56187 h 445"/>
                <a:gd name="T12" fmla="*/ 79439 w 498"/>
                <a:gd name="T13" fmla="*/ 48096 h 445"/>
                <a:gd name="T14" fmla="*/ 122728 w 498"/>
                <a:gd name="T15" fmla="*/ 4495 h 445"/>
                <a:gd name="T16" fmla="*/ 87026 w 498"/>
                <a:gd name="T17" fmla="*/ 0 h 445"/>
                <a:gd name="T18" fmla="*/ 47753 w 498"/>
                <a:gd name="T19" fmla="*/ 24273 h 445"/>
                <a:gd name="T20" fmla="*/ 32133 w 498"/>
                <a:gd name="T21" fmla="*/ 36409 h 445"/>
                <a:gd name="T22" fmla="*/ 23653 w 498"/>
                <a:gd name="T23" fmla="*/ 52141 h 445"/>
                <a:gd name="T24" fmla="*/ 8033 w 498"/>
                <a:gd name="T25" fmla="*/ 56187 h 445"/>
                <a:gd name="T26" fmla="*/ 0 w 498"/>
                <a:gd name="T27" fmla="*/ 64278 h 445"/>
                <a:gd name="T28" fmla="*/ 0 w 498"/>
                <a:gd name="T29" fmla="*/ 67874 h 445"/>
                <a:gd name="T30" fmla="*/ 16066 w 498"/>
                <a:gd name="T31" fmla="*/ 84055 h 445"/>
                <a:gd name="T32" fmla="*/ 23653 w 498"/>
                <a:gd name="T33" fmla="*/ 88101 h 445"/>
                <a:gd name="T34" fmla="*/ 32133 w 498"/>
                <a:gd name="T35" fmla="*/ 80010 h 445"/>
                <a:gd name="T36" fmla="*/ 35703 w 498"/>
                <a:gd name="T37" fmla="*/ 67874 h 445"/>
                <a:gd name="T38" fmla="*/ 99075 w 498"/>
                <a:gd name="T39" fmla="*/ 71919 h 445"/>
                <a:gd name="T40" fmla="*/ 99075 w 498"/>
                <a:gd name="T41" fmla="*/ 71919 h 445"/>
                <a:gd name="T42" fmla="*/ 95059 w 498"/>
                <a:gd name="T43" fmla="*/ 71919 h 445"/>
                <a:gd name="T44" fmla="*/ 79439 w 498"/>
                <a:gd name="T45" fmla="*/ 84055 h 445"/>
                <a:gd name="T46" fmla="*/ 75422 w 498"/>
                <a:gd name="T47" fmla="*/ 91697 h 445"/>
                <a:gd name="T48" fmla="*/ 170035 w 498"/>
                <a:gd name="T49" fmla="*/ 195530 h 445"/>
                <a:gd name="T50" fmla="*/ 178068 w 498"/>
                <a:gd name="T51" fmla="*/ 195530 h 445"/>
                <a:gd name="T52" fmla="*/ 190117 w 498"/>
                <a:gd name="T53" fmla="*/ 187439 h 445"/>
                <a:gd name="T54" fmla="*/ 190117 w 498"/>
                <a:gd name="T55" fmla="*/ 179798 h 445"/>
                <a:gd name="T56" fmla="*/ 99075 w 498"/>
                <a:gd name="T57" fmla="*/ 71919 h 445"/>
                <a:gd name="T58" fmla="*/ 221804 w 498"/>
                <a:gd name="T59" fmla="*/ 28318 h 445"/>
                <a:gd name="T60" fmla="*/ 221804 w 498"/>
                <a:gd name="T61" fmla="*/ 28318 h 445"/>
                <a:gd name="T62" fmla="*/ 213771 w 498"/>
                <a:gd name="T63" fmla="*/ 24273 h 445"/>
                <a:gd name="T64" fmla="*/ 205737 w 498"/>
                <a:gd name="T65" fmla="*/ 40005 h 445"/>
                <a:gd name="T66" fmla="*/ 182084 w 498"/>
                <a:gd name="T67" fmla="*/ 48096 h 445"/>
                <a:gd name="T68" fmla="*/ 178068 w 498"/>
                <a:gd name="T69" fmla="*/ 28318 h 445"/>
                <a:gd name="T70" fmla="*/ 186101 w 498"/>
                <a:gd name="T71" fmla="*/ 8540 h 445"/>
                <a:gd name="T72" fmla="*/ 182084 w 498"/>
                <a:gd name="T73" fmla="*/ 4495 h 445"/>
                <a:gd name="T74" fmla="*/ 150398 w 498"/>
                <a:gd name="T75" fmla="*/ 32364 h 445"/>
                <a:gd name="T76" fmla="*/ 142365 w 498"/>
                <a:gd name="T77" fmla="*/ 67874 h 445"/>
                <a:gd name="T78" fmla="*/ 126745 w 498"/>
                <a:gd name="T79" fmla="*/ 84055 h 445"/>
                <a:gd name="T80" fmla="*/ 142365 w 498"/>
                <a:gd name="T81" fmla="*/ 103833 h 445"/>
                <a:gd name="T82" fmla="*/ 162448 w 498"/>
                <a:gd name="T83" fmla="*/ 84055 h 445"/>
                <a:gd name="T84" fmla="*/ 182084 w 498"/>
                <a:gd name="T85" fmla="*/ 80010 h 445"/>
                <a:gd name="T86" fmla="*/ 217787 w 498"/>
                <a:gd name="T87" fmla="*/ 64278 h 445"/>
                <a:gd name="T88" fmla="*/ 221804 w 498"/>
                <a:gd name="T89" fmla="*/ 28318 h 445"/>
                <a:gd name="T90" fmla="*/ 32133 w 498"/>
                <a:gd name="T91" fmla="*/ 179798 h 445"/>
                <a:gd name="T92" fmla="*/ 32133 w 498"/>
                <a:gd name="T93" fmla="*/ 179798 h 445"/>
                <a:gd name="T94" fmla="*/ 32133 w 498"/>
                <a:gd name="T95" fmla="*/ 187439 h 445"/>
                <a:gd name="T96" fmla="*/ 39719 w 498"/>
                <a:gd name="T97" fmla="*/ 199576 h 445"/>
                <a:gd name="T98" fmla="*/ 47753 w 498"/>
                <a:gd name="T99" fmla="*/ 195530 h 445"/>
                <a:gd name="T100" fmla="*/ 103092 w 498"/>
                <a:gd name="T101" fmla="*/ 143838 h 445"/>
                <a:gd name="T102" fmla="*/ 87026 w 498"/>
                <a:gd name="T103" fmla="*/ 123611 h 445"/>
                <a:gd name="T104" fmla="*/ 32133 w 498"/>
                <a:gd name="T105" fmla="*/ 179798 h 44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498" h="445">
                  <a:moveTo>
                    <a:pt x="80" y="151"/>
                  </a:moveTo>
                  <a:lnTo>
                    <a:pt x="80" y="151"/>
                  </a:lnTo>
                  <a:cubicBezTo>
                    <a:pt x="97" y="134"/>
                    <a:pt x="116" y="143"/>
                    <a:pt x="142" y="169"/>
                  </a:cubicBezTo>
                  <a:cubicBezTo>
                    <a:pt x="151" y="178"/>
                    <a:pt x="151" y="169"/>
                    <a:pt x="151" y="169"/>
                  </a:cubicBezTo>
                  <a:cubicBezTo>
                    <a:pt x="160" y="169"/>
                    <a:pt x="186" y="134"/>
                    <a:pt x="195" y="134"/>
                  </a:cubicBezTo>
                  <a:cubicBezTo>
                    <a:pt x="195" y="134"/>
                    <a:pt x="195" y="134"/>
                    <a:pt x="195" y="125"/>
                  </a:cubicBezTo>
                  <a:cubicBezTo>
                    <a:pt x="186" y="125"/>
                    <a:pt x="178" y="116"/>
                    <a:pt x="178" y="107"/>
                  </a:cubicBezTo>
                  <a:cubicBezTo>
                    <a:pt x="133" y="45"/>
                    <a:pt x="301" y="10"/>
                    <a:pt x="275" y="10"/>
                  </a:cubicBezTo>
                  <a:cubicBezTo>
                    <a:pt x="257" y="0"/>
                    <a:pt x="204" y="0"/>
                    <a:pt x="195" y="0"/>
                  </a:cubicBezTo>
                  <a:cubicBezTo>
                    <a:pt x="169" y="10"/>
                    <a:pt x="125" y="36"/>
                    <a:pt x="107" y="54"/>
                  </a:cubicBezTo>
                  <a:cubicBezTo>
                    <a:pt x="80" y="72"/>
                    <a:pt x="72" y="81"/>
                    <a:pt x="72" y="81"/>
                  </a:cubicBezTo>
                  <a:cubicBezTo>
                    <a:pt x="62" y="89"/>
                    <a:pt x="72" y="107"/>
                    <a:pt x="53" y="116"/>
                  </a:cubicBezTo>
                  <a:cubicBezTo>
                    <a:pt x="36" y="125"/>
                    <a:pt x="27" y="116"/>
                    <a:pt x="18" y="125"/>
                  </a:cubicBezTo>
                  <a:cubicBezTo>
                    <a:pt x="18" y="134"/>
                    <a:pt x="9" y="134"/>
                    <a:pt x="0" y="143"/>
                  </a:cubicBezTo>
                  <a:lnTo>
                    <a:pt x="0" y="151"/>
                  </a:lnTo>
                  <a:lnTo>
                    <a:pt x="36" y="187"/>
                  </a:lnTo>
                  <a:cubicBezTo>
                    <a:pt x="36" y="196"/>
                    <a:pt x="44" y="196"/>
                    <a:pt x="53" y="196"/>
                  </a:cubicBezTo>
                  <a:cubicBezTo>
                    <a:pt x="53" y="187"/>
                    <a:pt x="62" y="178"/>
                    <a:pt x="72" y="178"/>
                  </a:cubicBezTo>
                  <a:cubicBezTo>
                    <a:pt x="72" y="178"/>
                    <a:pt x="72" y="151"/>
                    <a:pt x="80" y="151"/>
                  </a:cubicBezTo>
                  <a:close/>
                  <a:moveTo>
                    <a:pt x="222" y="160"/>
                  </a:moveTo>
                  <a:lnTo>
                    <a:pt x="222" y="160"/>
                  </a:lnTo>
                  <a:cubicBezTo>
                    <a:pt x="213" y="160"/>
                    <a:pt x="213" y="160"/>
                    <a:pt x="213" y="160"/>
                  </a:cubicBezTo>
                  <a:cubicBezTo>
                    <a:pt x="178" y="187"/>
                    <a:pt x="178" y="187"/>
                    <a:pt x="178" y="187"/>
                  </a:cubicBezTo>
                  <a:cubicBezTo>
                    <a:pt x="169" y="196"/>
                    <a:pt x="169" y="196"/>
                    <a:pt x="169" y="204"/>
                  </a:cubicBezTo>
                  <a:cubicBezTo>
                    <a:pt x="381" y="435"/>
                    <a:pt x="381" y="435"/>
                    <a:pt x="381" y="435"/>
                  </a:cubicBezTo>
                  <a:cubicBezTo>
                    <a:pt x="381" y="444"/>
                    <a:pt x="391" y="444"/>
                    <a:pt x="399" y="435"/>
                  </a:cubicBezTo>
                  <a:cubicBezTo>
                    <a:pt x="426" y="417"/>
                    <a:pt x="426" y="417"/>
                    <a:pt x="426" y="417"/>
                  </a:cubicBezTo>
                  <a:cubicBezTo>
                    <a:pt x="426" y="408"/>
                    <a:pt x="426" y="400"/>
                    <a:pt x="426" y="400"/>
                  </a:cubicBezTo>
                  <a:lnTo>
                    <a:pt x="222" y="160"/>
                  </a:lnTo>
                  <a:close/>
                  <a:moveTo>
                    <a:pt x="497" y="63"/>
                  </a:moveTo>
                  <a:lnTo>
                    <a:pt x="497" y="63"/>
                  </a:lnTo>
                  <a:cubicBezTo>
                    <a:pt x="488" y="45"/>
                    <a:pt x="488" y="54"/>
                    <a:pt x="479" y="54"/>
                  </a:cubicBezTo>
                  <a:cubicBezTo>
                    <a:pt x="479" y="63"/>
                    <a:pt x="461" y="81"/>
                    <a:pt x="461" y="89"/>
                  </a:cubicBezTo>
                  <a:cubicBezTo>
                    <a:pt x="452" y="107"/>
                    <a:pt x="435" y="125"/>
                    <a:pt x="408" y="107"/>
                  </a:cubicBezTo>
                  <a:cubicBezTo>
                    <a:pt x="381" y="81"/>
                    <a:pt x="391" y="72"/>
                    <a:pt x="399" y="63"/>
                  </a:cubicBezTo>
                  <a:cubicBezTo>
                    <a:pt x="399" y="54"/>
                    <a:pt x="417" y="28"/>
                    <a:pt x="417" y="19"/>
                  </a:cubicBezTo>
                  <a:cubicBezTo>
                    <a:pt x="426" y="19"/>
                    <a:pt x="417" y="10"/>
                    <a:pt x="408" y="10"/>
                  </a:cubicBezTo>
                  <a:cubicBezTo>
                    <a:pt x="399" y="19"/>
                    <a:pt x="346" y="36"/>
                    <a:pt x="337" y="72"/>
                  </a:cubicBezTo>
                  <a:cubicBezTo>
                    <a:pt x="328" y="98"/>
                    <a:pt x="346" y="125"/>
                    <a:pt x="319" y="151"/>
                  </a:cubicBezTo>
                  <a:cubicBezTo>
                    <a:pt x="284" y="187"/>
                    <a:pt x="284" y="187"/>
                    <a:pt x="284" y="187"/>
                  </a:cubicBezTo>
                  <a:cubicBezTo>
                    <a:pt x="319" y="231"/>
                    <a:pt x="319" y="231"/>
                    <a:pt x="319" y="231"/>
                  </a:cubicBezTo>
                  <a:cubicBezTo>
                    <a:pt x="364" y="187"/>
                    <a:pt x="364" y="187"/>
                    <a:pt x="364" y="187"/>
                  </a:cubicBezTo>
                  <a:cubicBezTo>
                    <a:pt x="372" y="178"/>
                    <a:pt x="391" y="169"/>
                    <a:pt x="408" y="178"/>
                  </a:cubicBezTo>
                  <a:cubicBezTo>
                    <a:pt x="452" y="187"/>
                    <a:pt x="470" y="169"/>
                    <a:pt x="488" y="143"/>
                  </a:cubicBezTo>
                  <a:cubicBezTo>
                    <a:pt x="497" y="116"/>
                    <a:pt x="497" y="72"/>
                    <a:pt x="497" y="63"/>
                  </a:cubicBezTo>
                  <a:close/>
                  <a:moveTo>
                    <a:pt x="72" y="400"/>
                  </a:moveTo>
                  <a:lnTo>
                    <a:pt x="72" y="400"/>
                  </a:lnTo>
                  <a:cubicBezTo>
                    <a:pt x="62" y="408"/>
                    <a:pt x="62" y="417"/>
                    <a:pt x="72" y="417"/>
                  </a:cubicBezTo>
                  <a:cubicBezTo>
                    <a:pt x="89" y="444"/>
                    <a:pt x="89" y="444"/>
                    <a:pt x="89" y="444"/>
                  </a:cubicBezTo>
                  <a:cubicBezTo>
                    <a:pt x="97" y="444"/>
                    <a:pt x="107" y="444"/>
                    <a:pt x="107" y="435"/>
                  </a:cubicBezTo>
                  <a:cubicBezTo>
                    <a:pt x="231" y="320"/>
                    <a:pt x="231" y="320"/>
                    <a:pt x="231" y="320"/>
                  </a:cubicBezTo>
                  <a:cubicBezTo>
                    <a:pt x="195" y="275"/>
                    <a:pt x="195" y="275"/>
                    <a:pt x="195" y="275"/>
                  </a:cubicBezTo>
                  <a:lnTo>
                    <a:pt x="72" y="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92" name="Freeform 104"/>
            <p:cNvSpPr>
              <a:spLocks noChangeArrowheads="1"/>
            </p:cNvSpPr>
            <p:nvPr/>
          </p:nvSpPr>
          <p:spPr bwMode="auto">
            <a:xfrm>
              <a:off x="5567452" y="3395064"/>
              <a:ext cx="300794" cy="200529"/>
            </a:xfrm>
            <a:custGeom>
              <a:avLst/>
              <a:gdLst>
                <a:gd name="T0" fmla="*/ 91427 w 497"/>
                <a:gd name="T1" fmla="*/ 113801 h 337"/>
                <a:gd name="T2" fmla="*/ 91427 w 497"/>
                <a:gd name="T3" fmla="*/ 113801 h 337"/>
                <a:gd name="T4" fmla="*/ 99534 w 497"/>
                <a:gd name="T5" fmla="*/ 144797 h 337"/>
                <a:gd name="T6" fmla="*/ 127457 w 497"/>
                <a:gd name="T7" fmla="*/ 137269 h 337"/>
                <a:gd name="T8" fmla="*/ 179251 w 497"/>
                <a:gd name="T9" fmla="*/ 3985 h 337"/>
                <a:gd name="T10" fmla="*/ 91427 w 497"/>
                <a:gd name="T11" fmla="*/ 113801 h 337"/>
                <a:gd name="T12" fmla="*/ 111694 w 497"/>
                <a:gd name="T13" fmla="*/ 31439 h 337"/>
                <a:gd name="T14" fmla="*/ 111694 w 497"/>
                <a:gd name="T15" fmla="*/ 31439 h 337"/>
                <a:gd name="T16" fmla="*/ 123404 w 497"/>
                <a:gd name="T17" fmla="*/ 31439 h 337"/>
                <a:gd name="T18" fmla="*/ 139617 w 497"/>
                <a:gd name="T19" fmla="*/ 11513 h 337"/>
                <a:gd name="T20" fmla="*/ 111694 w 497"/>
                <a:gd name="T21" fmla="*/ 7528 h 337"/>
                <a:gd name="T22" fmla="*/ 0 w 497"/>
                <a:gd name="T23" fmla="*/ 125314 h 337"/>
                <a:gd name="T24" fmla="*/ 0 w 497"/>
                <a:gd name="T25" fmla="*/ 137269 h 337"/>
                <a:gd name="T26" fmla="*/ 11710 w 497"/>
                <a:gd name="T27" fmla="*/ 148782 h 337"/>
                <a:gd name="T28" fmla="*/ 23870 w 497"/>
                <a:gd name="T29" fmla="*/ 137269 h 337"/>
                <a:gd name="T30" fmla="*/ 23870 w 497"/>
                <a:gd name="T31" fmla="*/ 125314 h 337"/>
                <a:gd name="T32" fmla="*/ 111694 w 497"/>
                <a:gd name="T33" fmla="*/ 31439 h 337"/>
                <a:gd name="T34" fmla="*/ 191411 w 497"/>
                <a:gd name="T35" fmla="*/ 43395 h 337"/>
                <a:gd name="T36" fmla="*/ 191411 w 497"/>
                <a:gd name="T37" fmla="*/ 43395 h 337"/>
                <a:gd name="T38" fmla="*/ 183304 w 497"/>
                <a:gd name="T39" fmla="*/ 66863 h 337"/>
                <a:gd name="T40" fmla="*/ 199067 w 497"/>
                <a:gd name="T41" fmla="*/ 125314 h 337"/>
                <a:gd name="T42" fmla="*/ 199067 w 497"/>
                <a:gd name="T43" fmla="*/ 137269 h 337"/>
                <a:gd name="T44" fmla="*/ 211227 w 497"/>
                <a:gd name="T45" fmla="*/ 148782 h 337"/>
                <a:gd name="T46" fmla="*/ 211227 w 497"/>
                <a:gd name="T47" fmla="*/ 148782 h 337"/>
                <a:gd name="T48" fmla="*/ 223388 w 497"/>
                <a:gd name="T49" fmla="*/ 137269 h 337"/>
                <a:gd name="T50" fmla="*/ 223388 w 497"/>
                <a:gd name="T51" fmla="*/ 125314 h 337"/>
                <a:gd name="T52" fmla="*/ 191411 w 497"/>
                <a:gd name="T53" fmla="*/ 43395 h 33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97" h="337">
                  <a:moveTo>
                    <a:pt x="203" y="257"/>
                  </a:moveTo>
                  <a:lnTo>
                    <a:pt x="203" y="257"/>
                  </a:lnTo>
                  <a:cubicBezTo>
                    <a:pt x="186" y="283"/>
                    <a:pt x="194" y="310"/>
                    <a:pt x="221" y="327"/>
                  </a:cubicBezTo>
                  <a:cubicBezTo>
                    <a:pt x="239" y="336"/>
                    <a:pt x="266" y="336"/>
                    <a:pt x="283" y="310"/>
                  </a:cubicBezTo>
                  <a:cubicBezTo>
                    <a:pt x="301" y="274"/>
                    <a:pt x="407" y="9"/>
                    <a:pt x="398" y="9"/>
                  </a:cubicBezTo>
                  <a:cubicBezTo>
                    <a:pt x="389" y="0"/>
                    <a:pt x="221" y="230"/>
                    <a:pt x="203" y="257"/>
                  </a:cubicBezTo>
                  <a:close/>
                  <a:moveTo>
                    <a:pt x="248" y="71"/>
                  </a:moveTo>
                  <a:lnTo>
                    <a:pt x="248" y="71"/>
                  </a:lnTo>
                  <a:cubicBezTo>
                    <a:pt x="257" y="71"/>
                    <a:pt x="266" y="71"/>
                    <a:pt x="274" y="71"/>
                  </a:cubicBezTo>
                  <a:cubicBezTo>
                    <a:pt x="292" y="53"/>
                    <a:pt x="301" y="44"/>
                    <a:pt x="310" y="26"/>
                  </a:cubicBezTo>
                  <a:cubicBezTo>
                    <a:pt x="292" y="17"/>
                    <a:pt x="274" y="17"/>
                    <a:pt x="248" y="17"/>
                  </a:cubicBezTo>
                  <a:cubicBezTo>
                    <a:pt x="106" y="17"/>
                    <a:pt x="0" y="133"/>
                    <a:pt x="0" y="283"/>
                  </a:cubicBezTo>
                  <a:cubicBezTo>
                    <a:pt x="0" y="292"/>
                    <a:pt x="0" y="301"/>
                    <a:pt x="0" y="310"/>
                  </a:cubicBezTo>
                  <a:cubicBezTo>
                    <a:pt x="0" y="327"/>
                    <a:pt x="17" y="336"/>
                    <a:pt x="26" y="336"/>
                  </a:cubicBezTo>
                  <a:cubicBezTo>
                    <a:pt x="44" y="336"/>
                    <a:pt x="53" y="319"/>
                    <a:pt x="53" y="310"/>
                  </a:cubicBezTo>
                  <a:cubicBezTo>
                    <a:pt x="53" y="301"/>
                    <a:pt x="53" y="292"/>
                    <a:pt x="53" y="283"/>
                  </a:cubicBezTo>
                  <a:cubicBezTo>
                    <a:pt x="53" y="160"/>
                    <a:pt x="132" y="71"/>
                    <a:pt x="248" y="71"/>
                  </a:cubicBezTo>
                  <a:close/>
                  <a:moveTo>
                    <a:pt x="425" y="98"/>
                  </a:moveTo>
                  <a:lnTo>
                    <a:pt x="425" y="98"/>
                  </a:lnTo>
                  <a:cubicBezTo>
                    <a:pt x="416" y="115"/>
                    <a:pt x="416" y="133"/>
                    <a:pt x="407" y="151"/>
                  </a:cubicBezTo>
                  <a:cubicBezTo>
                    <a:pt x="433" y="186"/>
                    <a:pt x="442" y="239"/>
                    <a:pt x="442" y="283"/>
                  </a:cubicBezTo>
                  <a:cubicBezTo>
                    <a:pt x="442" y="292"/>
                    <a:pt x="442" y="301"/>
                    <a:pt x="442" y="310"/>
                  </a:cubicBezTo>
                  <a:cubicBezTo>
                    <a:pt x="442" y="319"/>
                    <a:pt x="451" y="336"/>
                    <a:pt x="469" y="336"/>
                  </a:cubicBezTo>
                  <a:cubicBezTo>
                    <a:pt x="478" y="336"/>
                    <a:pt x="496" y="327"/>
                    <a:pt x="496" y="310"/>
                  </a:cubicBezTo>
                  <a:cubicBezTo>
                    <a:pt x="496" y="301"/>
                    <a:pt x="496" y="292"/>
                    <a:pt x="496" y="283"/>
                  </a:cubicBezTo>
                  <a:cubicBezTo>
                    <a:pt x="496" y="213"/>
                    <a:pt x="469" y="151"/>
                    <a:pt x="425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90515B5-CC9C-6061-F489-32460BEF9B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080" y="351110"/>
            <a:ext cx="2959331" cy="8452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F16707F-94C2-9C5B-B94D-C3DDC194B37D}"/>
              </a:ext>
            </a:extLst>
          </p:cNvPr>
          <p:cNvSpPr txBox="1"/>
          <p:nvPr/>
        </p:nvSpPr>
        <p:spPr>
          <a:xfrm>
            <a:off x="3180373" y="1595028"/>
            <a:ext cx="58487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THANKS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988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PONSE_PERSONNUM" val="30"/>
  <p:tag name="PPT_DBNAME" val="6cf2ba50-234a-4f27-b146-338b1954729b.md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ITLE_AUTOSET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SLIDE_ISRESPONSED" val="1"/>
  <p:tag name="SLIDE_DUENO" val="30"/>
  <p:tag name="SLIDE_PARTICIPANTNUM" val="30"/>
  <p:tag name="SLIDE_SUBMITNUM" val="0"/>
  <p:tag name="SLIDE_CORRECTNUM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2083</TotalTime>
  <Words>1352</Words>
  <Application>Microsoft Office PowerPoint</Application>
  <PresentationFormat>宽屏</PresentationFormat>
  <Paragraphs>157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inpin heiti</vt:lpstr>
      <vt:lpstr>等线</vt:lpstr>
      <vt:lpstr>等线 Light</vt:lpstr>
      <vt:lpstr>方正兰亭大黑_GBK</vt:lpstr>
      <vt:lpstr>思源黑体 CN Medium</vt:lpstr>
      <vt:lpstr>Arial</vt:lpstr>
      <vt:lpstr>Fira Sans Extra Condensed</vt:lpstr>
      <vt:lpstr>Wingdings</vt:lpstr>
      <vt:lpstr>Office 主题​​</vt:lpstr>
      <vt:lpstr>MiniOB 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Anzichen</dc:creator>
  <cp:lastModifiedBy>馨竹 胡</cp:lastModifiedBy>
  <cp:revision>269</cp:revision>
  <dcterms:created xsi:type="dcterms:W3CDTF">2019-05-05T06:42:53Z</dcterms:created>
  <dcterms:modified xsi:type="dcterms:W3CDTF">2025-03-11T07:45:44Z</dcterms:modified>
</cp:coreProperties>
</file>